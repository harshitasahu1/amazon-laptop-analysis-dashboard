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6" r:id="rId11"/>
    <p:sldId id="264" r:id="rId12"/>
    <p:sldId id="265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E422A7-262E-4688-A56E-8E2555B4F128}" v="107" dt="2026-01-23T05:32:38.0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a Sahu" userId="c3bcdbd82bb9af11" providerId="LiveId" clId="{7193A4A2-5A1A-43A9-AEF5-7EE65CA6236A}"/>
    <pc:docChg chg="undo custSel addSld modSld sldOrd">
      <pc:chgData name="Harshita Sahu" userId="c3bcdbd82bb9af11" providerId="LiveId" clId="{7193A4A2-5A1A-43A9-AEF5-7EE65CA6236A}" dt="2026-01-23T05:36:00.526" v="8450" actId="1076"/>
      <pc:docMkLst>
        <pc:docMk/>
      </pc:docMkLst>
      <pc:sldChg chg="modSp mod">
        <pc:chgData name="Harshita Sahu" userId="c3bcdbd82bb9af11" providerId="LiveId" clId="{7193A4A2-5A1A-43A9-AEF5-7EE65CA6236A}" dt="2026-01-21T19:52:25.756" v="110" actId="115"/>
        <pc:sldMkLst>
          <pc:docMk/>
          <pc:sldMk cId="403117940" sldId="256"/>
        </pc:sldMkLst>
        <pc:spChg chg="mod">
          <ac:chgData name="Harshita Sahu" userId="c3bcdbd82bb9af11" providerId="LiveId" clId="{7193A4A2-5A1A-43A9-AEF5-7EE65CA6236A}" dt="2026-01-21T19:52:25.756" v="110" actId="115"/>
          <ac:spMkLst>
            <pc:docMk/>
            <pc:sldMk cId="403117940" sldId="256"/>
            <ac:spMk id="4" creationId="{3256A2BC-54A1-68C2-FFA9-BC280DB2549C}"/>
          </ac:spMkLst>
        </pc:spChg>
      </pc:sldChg>
      <pc:sldChg chg="addSp delSp modSp new mod">
        <pc:chgData name="Harshita Sahu" userId="c3bcdbd82bb9af11" providerId="LiveId" clId="{7193A4A2-5A1A-43A9-AEF5-7EE65CA6236A}" dt="2026-01-21T20:01:55.585" v="796" actId="108"/>
        <pc:sldMkLst>
          <pc:docMk/>
          <pc:sldMk cId="755494152" sldId="258"/>
        </pc:sldMkLst>
        <pc:spChg chg="add mod">
          <ac:chgData name="Harshita Sahu" userId="c3bcdbd82bb9af11" providerId="LiveId" clId="{7193A4A2-5A1A-43A9-AEF5-7EE65CA6236A}" dt="2026-01-21T20:01:55.585" v="796" actId="108"/>
          <ac:spMkLst>
            <pc:docMk/>
            <pc:sldMk cId="755494152" sldId="258"/>
            <ac:spMk id="2" creationId="{9BC30B60-4344-C94E-284B-3AD682383B4C}"/>
          </ac:spMkLst>
        </pc:spChg>
        <pc:spChg chg="add mod">
          <ac:chgData name="Harshita Sahu" userId="c3bcdbd82bb9af11" providerId="LiveId" clId="{7193A4A2-5A1A-43A9-AEF5-7EE65CA6236A}" dt="2026-01-21T20:01:07.297" v="789" actId="1076"/>
          <ac:spMkLst>
            <pc:docMk/>
            <pc:sldMk cId="755494152" sldId="258"/>
            <ac:spMk id="5" creationId="{77127120-86C5-4BD0-F9F1-D2FA09B5FFEE}"/>
          </ac:spMkLst>
        </pc:spChg>
      </pc:sldChg>
      <pc:sldChg chg="addSp delSp modSp new mod">
        <pc:chgData name="Harshita Sahu" userId="c3bcdbd82bb9af11" providerId="LiveId" clId="{7193A4A2-5A1A-43A9-AEF5-7EE65CA6236A}" dt="2026-01-21T20:07:41.914" v="884" actId="20577"/>
        <pc:sldMkLst>
          <pc:docMk/>
          <pc:sldMk cId="2174414128" sldId="259"/>
        </pc:sldMkLst>
        <pc:spChg chg="add mod">
          <ac:chgData name="Harshita Sahu" userId="c3bcdbd82bb9af11" providerId="LiveId" clId="{7193A4A2-5A1A-43A9-AEF5-7EE65CA6236A}" dt="2026-01-21T20:04:31.665" v="835" actId="20577"/>
          <ac:spMkLst>
            <pc:docMk/>
            <pc:sldMk cId="2174414128" sldId="259"/>
            <ac:spMk id="2" creationId="{41DD897C-9F5A-AABD-88ED-36E596DA8048}"/>
          </ac:spMkLst>
        </pc:spChg>
        <pc:spChg chg="add mod">
          <ac:chgData name="Harshita Sahu" userId="c3bcdbd82bb9af11" providerId="LiveId" clId="{7193A4A2-5A1A-43A9-AEF5-7EE65CA6236A}" dt="2026-01-21T20:07:41.914" v="884" actId="20577"/>
          <ac:spMkLst>
            <pc:docMk/>
            <pc:sldMk cId="2174414128" sldId="259"/>
            <ac:spMk id="4" creationId="{EC9F4750-BDF8-8318-6FCA-13D93E161DF9}"/>
          </ac:spMkLst>
        </pc:spChg>
      </pc:sldChg>
      <pc:sldChg chg="addSp modSp new mod">
        <pc:chgData name="Harshita Sahu" userId="c3bcdbd82bb9af11" providerId="LiveId" clId="{7193A4A2-5A1A-43A9-AEF5-7EE65CA6236A}" dt="2026-01-21T20:18:21.834" v="920" actId="108"/>
        <pc:sldMkLst>
          <pc:docMk/>
          <pc:sldMk cId="3748436941" sldId="260"/>
        </pc:sldMkLst>
        <pc:spChg chg="add mod">
          <ac:chgData name="Harshita Sahu" userId="c3bcdbd82bb9af11" providerId="LiveId" clId="{7193A4A2-5A1A-43A9-AEF5-7EE65CA6236A}" dt="2026-01-21T20:17:59.959" v="918" actId="1076"/>
          <ac:spMkLst>
            <pc:docMk/>
            <pc:sldMk cId="3748436941" sldId="260"/>
            <ac:spMk id="2" creationId="{5BF787B4-FEF0-34DF-76A6-06FFD0862E43}"/>
          </ac:spMkLst>
        </pc:spChg>
        <pc:spChg chg="add mod">
          <ac:chgData name="Harshita Sahu" userId="c3bcdbd82bb9af11" providerId="LiveId" clId="{7193A4A2-5A1A-43A9-AEF5-7EE65CA6236A}" dt="2026-01-21T20:18:21.834" v="920" actId="108"/>
          <ac:spMkLst>
            <pc:docMk/>
            <pc:sldMk cId="3748436941" sldId="260"/>
            <ac:spMk id="3" creationId="{0950FBC7-4B69-8B9E-EB51-959D6A23E8BC}"/>
          </ac:spMkLst>
        </pc:spChg>
      </pc:sldChg>
      <pc:sldChg chg="addSp modSp new mod">
        <pc:chgData name="Harshita Sahu" userId="c3bcdbd82bb9af11" providerId="LiveId" clId="{7193A4A2-5A1A-43A9-AEF5-7EE65CA6236A}" dt="2026-01-22T09:36:22.342" v="8372" actId="20577"/>
        <pc:sldMkLst>
          <pc:docMk/>
          <pc:sldMk cId="2048336490" sldId="261"/>
        </pc:sldMkLst>
        <pc:spChg chg="add mod">
          <ac:chgData name="Harshita Sahu" userId="c3bcdbd82bb9af11" providerId="LiveId" clId="{7193A4A2-5A1A-43A9-AEF5-7EE65CA6236A}" dt="2026-01-22T09:36:22.342" v="8372" actId="20577"/>
          <ac:spMkLst>
            <pc:docMk/>
            <pc:sldMk cId="2048336490" sldId="261"/>
            <ac:spMk id="2" creationId="{61DCD2BE-49AD-3BA3-920F-46E2E65F0BF8}"/>
          </ac:spMkLst>
        </pc:spChg>
        <pc:spChg chg="add mod">
          <ac:chgData name="Harshita Sahu" userId="c3bcdbd82bb9af11" providerId="LiveId" clId="{7193A4A2-5A1A-43A9-AEF5-7EE65CA6236A}" dt="2026-01-22T03:36:42.828" v="922"/>
          <ac:spMkLst>
            <pc:docMk/>
            <pc:sldMk cId="2048336490" sldId="261"/>
            <ac:spMk id="3" creationId="{8921D3D0-339B-57E3-6106-50141C4B9485}"/>
          </ac:spMkLst>
        </pc:spChg>
      </pc:sldChg>
      <pc:sldChg chg="addSp delSp modSp new mod">
        <pc:chgData name="Harshita Sahu" userId="c3bcdbd82bb9af11" providerId="LiveId" clId="{7193A4A2-5A1A-43A9-AEF5-7EE65CA6236A}" dt="2026-01-23T05:32:17.486" v="8431" actId="207"/>
        <pc:sldMkLst>
          <pc:docMk/>
          <pc:sldMk cId="1505029816" sldId="262"/>
        </pc:sldMkLst>
        <pc:spChg chg="mod">
          <ac:chgData name="Harshita Sahu" userId="c3bcdbd82bb9af11" providerId="LiveId" clId="{7193A4A2-5A1A-43A9-AEF5-7EE65CA6236A}" dt="2026-01-23T05:32:17.486" v="8431" actId="207"/>
          <ac:spMkLst>
            <pc:docMk/>
            <pc:sldMk cId="1505029816" sldId="262"/>
            <ac:spMk id="2" creationId="{86543AF8-07B2-B5DD-ABD9-291ABF86B17D}"/>
          </ac:spMkLst>
        </pc:spChg>
        <pc:spChg chg="del">
          <ac:chgData name="Harshita Sahu" userId="c3bcdbd82bb9af11" providerId="LiveId" clId="{7193A4A2-5A1A-43A9-AEF5-7EE65CA6236A}" dt="2026-01-22T03:36:56.229" v="925" actId="478"/>
          <ac:spMkLst>
            <pc:docMk/>
            <pc:sldMk cId="1505029816" sldId="262"/>
            <ac:spMk id="3" creationId="{7443C15F-58AB-A546-3422-E198C2E800E9}"/>
          </ac:spMkLst>
        </pc:spChg>
        <pc:spChg chg="add mod">
          <ac:chgData name="Harshita Sahu" userId="c3bcdbd82bb9af11" providerId="LiveId" clId="{7193A4A2-5A1A-43A9-AEF5-7EE65CA6236A}" dt="2026-01-22T03:52:11.213" v="963" actId="20577"/>
          <ac:spMkLst>
            <pc:docMk/>
            <pc:sldMk cId="1505029816" sldId="262"/>
            <ac:spMk id="4" creationId="{2AADF790-60A0-137A-A6DF-1BFB98E0CA60}"/>
          </ac:spMkLst>
        </pc:spChg>
        <pc:picChg chg="add mod">
          <ac:chgData name="Harshita Sahu" userId="c3bcdbd82bb9af11" providerId="LiveId" clId="{7193A4A2-5A1A-43A9-AEF5-7EE65CA6236A}" dt="2026-01-22T03:58:32.916" v="1365" actId="1076"/>
          <ac:picMkLst>
            <pc:docMk/>
            <pc:sldMk cId="1505029816" sldId="262"/>
            <ac:picMk id="6" creationId="{197E0197-156A-3D33-482B-8E54167B611C}"/>
          </ac:picMkLst>
        </pc:picChg>
        <pc:picChg chg="add mod">
          <ac:chgData name="Harshita Sahu" userId="c3bcdbd82bb9af11" providerId="LiveId" clId="{7193A4A2-5A1A-43A9-AEF5-7EE65CA6236A}" dt="2026-01-22T03:58:53.669" v="1373" actId="108"/>
          <ac:picMkLst>
            <pc:docMk/>
            <pc:sldMk cId="1505029816" sldId="262"/>
            <ac:picMk id="8" creationId="{0042ADE1-6AA9-93A3-2BFC-F859A489B655}"/>
          </ac:picMkLst>
        </pc:picChg>
      </pc:sldChg>
      <pc:sldChg chg="addSp delSp modSp new mod ord">
        <pc:chgData name="Harshita Sahu" userId="c3bcdbd82bb9af11" providerId="LiveId" clId="{7193A4A2-5A1A-43A9-AEF5-7EE65CA6236A}" dt="2026-01-23T05:32:12.240" v="8430"/>
        <pc:sldMkLst>
          <pc:docMk/>
          <pc:sldMk cId="1694102701" sldId="263"/>
        </pc:sldMkLst>
        <pc:spChg chg="mod">
          <ac:chgData name="Harshita Sahu" userId="c3bcdbd82bb9af11" providerId="LiveId" clId="{7193A4A2-5A1A-43A9-AEF5-7EE65CA6236A}" dt="2026-01-23T05:32:09.869" v="8428" actId="207"/>
          <ac:spMkLst>
            <pc:docMk/>
            <pc:sldMk cId="1694102701" sldId="263"/>
            <ac:spMk id="2" creationId="{7EA3CB86-2263-F149-72D9-39D13747F923}"/>
          </ac:spMkLst>
        </pc:spChg>
        <pc:spChg chg="del">
          <ac:chgData name="Harshita Sahu" userId="c3bcdbd82bb9af11" providerId="LiveId" clId="{7193A4A2-5A1A-43A9-AEF5-7EE65CA6236A}" dt="2026-01-22T04:04:38.472" v="1749" actId="478"/>
          <ac:spMkLst>
            <pc:docMk/>
            <pc:sldMk cId="1694102701" sldId="263"/>
            <ac:spMk id="3" creationId="{1FE3F83F-0F8A-224F-B11C-DDDFCB13671C}"/>
          </ac:spMkLst>
        </pc:spChg>
        <pc:spChg chg="add mod">
          <ac:chgData name="Harshita Sahu" userId="c3bcdbd82bb9af11" providerId="LiveId" clId="{7193A4A2-5A1A-43A9-AEF5-7EE65CA6236A}" dt="2026-01-22T04:04:39.125" v="1750"/>
          <ac:spMkLst>
            <pc:docMk/>
            <pc:sldMk cId="1694102701" sldId="263"/>
            <ac:spMk id="4" creationId="{C3A700EE-92C9-87D0-5623-13CD6D4F1AA2}"/>
          </ac:spMkLst>
        </pc:spChg>
        <pc:picChg chg="add mod">
          <ac:chgData name="Harshita Sahu" userId="c3bcdbd82bb9af11" providerId="LiveId" clId="{7193A4A2-5A1A-43A9-AEF5-7EE65CA6236A}" dt="2026-01-22T04:28:52.564" v="3117" actId="208"/>
          <ac:picMkLst>
            <pc:docMk/>
            <pc:sldMk cId="1694102701" sldId="263"/>
            <ac:picMk id="6" creationId="{CF253014-E64F-AA26-1174-DEF32CE7D6E0}"/>
          </ac:picMkLst>
        </pc:picChg>
      </pc:sldChg>
      <pc:sldChg chg="addSp delSp modSp new mod ord">
        <pc:chgData name="Harshita Sahu" userId="c3bcdbd82bb9af11" providerId="LiveId" clId="{7193A4A2-5A1A-43A9-AEF5-7EE65CA6236A}" dt="2026-01-23T05:32:01.183" v="8426" actId="207"/>
        <pc:sldMkLst>
          <pc:docMk/>
          <pc:sldMk cId="1085883487" sldId="264"/>
        </pc:sldMkLst>
        <pc:spChg chg="mod">
          <ac:chgData name="Harshita Sahu" userId="c3bcdbd82bb9af11" providerId="LiveId" clId="{7193A4A2-5A1A-43A9-AEF5-7EE65CA6236A}" dt="2026-01-23T05:32:01.183" v="8426" actId="207"/>
          <ac:spMkLst>
            <pc:docMk/>
            <pc:sldMk cId="1085883487" sldId="264"/>
            <ac:spMk id="2" creationId="{DAF62758-516B-45C4-2C48-55E99710A89E}"/>
          </ac:spMkLst>
        </pc:spChg>
        <pc:spChg chg="del">
          <ac:chgData name="Harshita Sahu" userId="c3bcdbd82bb9af11" providerId="LiveId" clId="{7193A4A2-5A1A-43A9-AEF5-7EE65CA6236A}" dt="2026-01-22T04:22:17.914" v="2590" actId="478"/>
          <ac:spMkLst>
            <pc:docMk/>
            <pc:sldMk cId="1085883487" sldId="264"/>
            <ac:spMk id="3" creationId="{6F1C06D9-C58D-7B67-3924-2779652B267A}"/>
          </ac:spMkLst>
        </pc:spChg>
        <pc:spChg chg="add mod">
          <ac:chgData name="Harshita Sahu" userId="c3bcdbd82bb9af11" providerId="LiveId" clId="{7193A4A2-5A1A-43A9-AEF5-7EE65CA6236A}" dt="2026-01-22T04:22:18.797" v="2591"/>
          <ac:spMkLst>
            <pc:docMk/>
            <pc:sldMk cId="1085883487" sldId="264"/>
            <ac:spMk id="4" creationId="{25098D80-E61C-1FD9-DBEF-A6023B6E47C8}"/>
          </ac:spMkLst>
        </pc:spChg>
        <pc:picChg chg="add mod">
          <ac:chgData name="Harshita Sahu" userId="c3bcdbd82bb9af11" providerId="LiveId" clId="{7193A4A2-5A1A-43A9-AEF5-7EE65CA6236A}" dt="2026-01-22T04:28:59.067" v="3118" actId="208"/>
          <ac:picMkLst>
            <pc:docMk/>
            <pc:sldMk cId="1085883487" sldId="264"/>
            <ac:picMk id="6" creationId="{0250BD3F-A36C-4A53-ED50-3B4841DEBCAD}"/>
          </ac:picMkLst>
        </pc:picChg>
      </pc:sldChg>
      <pc:sldChg chg="addSp delSp modSp new mod">
        <pc:chgData name="Harshita Sahu" userId="c3bcdbd82bb9af11" providerId="LiveId" clId="{7193A4A2-5A1A-43A9-AEF5-7EE65CA6236A}" dt="2026-01-23T05:31:57.441" v="8425" actId="207"/>
        <pc:sldMkLst>
          <pc:docMk/>
          <pc:sldMk cId="1293684565" sldId="265"/>
        </pc:sldMkLst>
        <pc:spChg chg="mod">
          <ac:chgData name="Harshita Sahu" userId="c3bcdbd82bb9af11" providerId="LiveId" clId="{7193A4A2-5A1A-43A9-AEF5-7EE65CA6236A}" dt="2026-01-23T05:31:57.441" v="8425" actId="207"/>
          <ac:spMkLst>
            <pc:docMk/>
            <pc:sldMk cId="1293684565" sldId="265"/>
            <ac:spMk id="2" creationId="{E2EC144C-A5CB-EB1B-1B5A-02D71193D060}"/>
          </ac:spMkLst>
        </pc:spChg>
        <pc:spChg chg="del">
          <ac:chgData name="Harshita Sahu" userId="c3bcdbd82bb9af11" providerId="LiveId" clId="{7193A4A2-5A1A-43A9-AEF5-7EE65CA6236A}" dt="2026-01-22T04:30:57.904" v="3174" actId="478"/>
          <ac:spMkLst>
            <pc:docMk/>
            <pc:sldMk cId="1293684565" sldId="265"/>
            <ac:spMk id="3" creationId="{03B660D0-0046-57F7-0985-9C8135E93EC2}"/>
          </ac:spMkLst>
        </pc:spChg>
        <pc:spChg chg="add mod">
          <ac:chgData name="Harshita Sahu" userId="c3bcdbd82bb9af11" providerId="LiveId" clId="{7193A4A2-5A1A-43A9-AEF5-7EE65CA6236A}" dt="2026-01-22T04:30:58.467" v="3175"/>
          <ac:spMkLst>
            <pc:docMk/>
            <pc:sldMk cId="1293684565" sldId="265"/>
            <ac:spMk id="4" creationId="{AE8B01FE-1214-09A9-743F-9FDE6931D6CB}"/>
          </ac:spMkLst>
        </pc:spChg>
        <pc:picChg chg="add mod">
          <ac:chgData name="Harshita Sahu" userId="c3bcdbd82bb9af11" providerId="LiveId" clId="{7193A4A2-5A1A-43A9-AEF5-7EE65CA6236A}" dt="2026-01-22T06:41:52.469" v="4554" actId="14100"/>
          <ac:picMkLst>
            <pc:docMk/>
            <pc:sldMk cId="1293684565" sldId="265"/>
            <ac:picMk id="6" creationId="{CD6C7392-9837-37E4-61F3-AF836F6C4A41}"/>
          </ac:picMkLst>
        </pc:picChg>
      </pc:sldChg>
      <pc:sldChg chg="addSp modSp new mod">
        <pc:chgData name="Harshita Sahu" userId="c3bcdbd82bb9af11" providerId="LiveId" clId="{7193A4A2-5A1A-43A9-AEF5-7EE65CA6236A}" dt="2026-01-23T05:32:06.010" v="8427" actId="207"/>
        <pc:sldMkLst>
          <pc:docMk/>
          <pc:sldMk cId="3906783294" sldId="266"/>
        </pc:sldMkLst>
        <pc:spChg chg="add mod">
          <ac:chgData name="Harshita Sahu" userId="c3bcdbd82bb9af11" providerId="LiveId" clId="{7193A4A2-5A1A-43A9-AEF5-7EE65CA6236A}" dt="2026-01-23T05:32:06.010" v="8427" actId="207"/>
          <ac:spMkLst>
            <pc:docMk/>
            <pc:sldMk cId="3906783294" sldId="266"/>
            <ac:spMk id="2" creationId="{0C8179D1-E799-AD27-883D-E44301D8CF01}"/>
          </ac:spMkLst>
        </pc:spChg>
        <pc:spChg chg="add mod">
          <ac:chgData name="Harshita Sahu" userId="c3bcdbd82bb9af11" providerId="LiveId" clId="{7193A4A2-5A1A-43A9-AEF5-7EE65CA6236A}" dt="2026-01-22T04:47:04.529" v="3919" actId="20577"/>
          <ac:spMkLst>
            <pc:docMk/>
            <pc:sldMk cId="3906783294" sldId="266"/>
            <ac:spMk id="3" creationId="{BEFF74CC-CA86-68D0-0BFE-B7A0A61B69FA}"/>
          </ac:spMkLst>
        </pc:spChg>
      </pc:sldChg>
      <pc:sldChg chg="addSp delSp modSp new mod">
        <pc:chgData name="Harshita Sahu" userId="c3bcdbd82bb9af11" providerId="LiveId" clId="{7193A4A2-5A1A-43A9-AEF5-7EE65CA6236A}" dt="2026-01-23T05:31:38.517" v="8422" actId="207"/>
        <pc:sldMkLst>
          <pc:docMk/>
          <pc:sldMk cId="3535758279" sldId="267"/>
        </pc:sldMkLst>
        <pc:spChg chg="mod">
          <ac:chgData name="Harshita Sahu" userId="c3bcdbd82bb9af11" providerId="LiveId" clId="{7193A4A2-5A1A-43A9-AEF5-7EE65CA6236A}" dt="2026-01-23T05:31:38.517" v="8422" actId="207"/>
          <ac:spMkLst>
            <pc:docMk/>
            <pc:sldMk cId="3535758279" sldId="267"/>
            <ac:spMk id="2" creationId="{9B4FF5EE-BBD8-0148-1EDA-D2F68693633B}"/>
          </ac:spMkLst>
        </pc:spChg>
        <pc:spChg chg="del">
          <ac:chgData name="Harshita Sahu" userId="c3bcdbd82bb9af11" providerId="LiveId" clId="{7193A4A2-5A1A-43A9-AEF5-7EE65CA6236A}" dt="2026-01-22T04:58:30.057" v="4552" actId="478"/>
          <ac:spMkLst>
            <pc:docMk/>
            <pc:sldMk cId="3535758279" sldId="267"/>
            <ac:spMk id="3" creationId="{D8DA293E-916A-4DF4-F3EC-94CD46089CAE}"/>
          </ac:spMkLst>
        </pc:spChg>
        <pc:spChg chg="add mod">
          <ac:chgData name="Harshita Sahu" userId="c3bcdbd82bb9af11" providerId="LiveId" clId="{7193A4A2-5A1A-43A9-AEF5-7EE65CA6236A}" dt="2026-01-22T04:58:30.632" v="4553"/>
          <ac:spMkLst>
            <pc:docMk/>
            <pc:sldMk cId="3535758279" sldId="267"/>
            <ac:spMk id="4" creationId="{030941A6-7E9C-5CE1-2922-EDACBD0EE70F}"/>
          </ac:spMkLst>
        </pc:spChg>
        <pc:picChg chg="add mod">
          <ac:chgData name="Harshita Sahu" userId="c3bcdbd82bb9af11" providerId="LiveId" clId="{7193A4A2-5A1A-43A9-AEF5-7EE65CA6236A}" dt="2026-01-22T07:00:24.449" v="5898" actId="14100"/>
          <ac:picMkLst>
            <pc:docMk/>
            <pc:sldMk cId="3535758279" sldId="267"/>
            <ac:picMk id="5" creationId="{CBD7472A-E596-D27D-7D98-22CD92D2764F}"/>
          </ac:picMkLst>
        </pc:picChg>
        <pc:picChg chg="add mod">
          <ac:chgData name="Harshita Sahu" userId="c3bcdbd82bb9af11" providerId="LiveId" clId="{7193A4A2-5A1A-43A9-AEF5-7EE65CA6236A}" dt="2026-01-22T07:00:27.303" v="5899" actId="14100"/>
          <ac:picMkLst>
            <pc:docMk/>
            <pc:sldMk cId="3535758279" sldId="267"/>
            <ac:picMk id="7" creationId="{A43FF54F-2F4A-EE3E-FB3C-8CD639AE0C0F}"/>
          </ac:picMkLst>
        </pc:picChg>
      </pc:sldChg>
      <pc:sldChg chg="addSp delSp modSp new mod ord">
        <pc:chgData name="Harshita Sahu" userId="c3bcdbd82bb9af11" providerId="LiveId" clId="{7193A4A2-5A1A-43A9-AEF5-7EE65CA6236A}" dt="2026-01-23T05:31:20.124" v="8420" actId="207"/>
        <pc:sldMkLst>
          <pc:docMk/>
          <pc:sldMk cId="618959848" sldId="268"/>
        </pc:sldMkLst>
        <pc:spChg chg="mod">
          <ac:chgData name="Harshita Sahu" userId="c3bcdbd82bb9af11" providerId="LiveId" clId="{7193A4A2-5A1A-43A9-AEF5-7EE65CA6236A}" dt="2026-01-23T05:31:20.124" v="8420" actId="207"/>
          <ac:spMkLst>
            <pc:docMk/>
            <pc:sldMk cId="618959848" sldId="268"/>
            <ac:spMk id="2" creationId="{248F826F-F752-D22F-8EF9-856E1D574B89}"/>
          </ac:spMkLst>
        </pc:spChg>
        <pc:spChg chg="del">
          <ac:chgData name="Harshita Sahu" userId="c3bcdbd82bb9af11" providerId="LiveId" clId="{7193A4A2-5A1A-43A9-AEF5-7EE65CA6236A}" dt="2026-01-22T06:50:47.857" v="5199" actId="478"/>
          <ac:spMkLst>
            <pc:docMk/>
            <pc:sldMk cId="618959848" sldId="268"/>
            <ac:spMk id="3" creationId="{CF8E7B1C-0768-2A1E-C7A8-DF66DB0EA484}"/>
          </ac:spMkLst>
        </pc:spChg>
        <pc:spChg chg="add mod">
          <ac:chgData name="Harshita Sahu" userId="c3bcdbd82bb9af11" providerId="LiveId" clId="{7193A4A2-5A1A-43A9-AEF5-7EE65CA6236A}" dt="2026-01-22T06:50:48.525" v="5200"/>
          <ac:spMkLst>
            <pc:docMk/>
            <pc:sldMk cId="618959848" sldId="268"/>
            <ac:spMk id="4" creationId="{805385FC-B995-DBA9-1C28-0A9DCAFD850D}"/>
          </ac:spMkLst>
        </pc:spChg>
        <pc:picChg chg="add mod">
          <ac:chgData name="Harshita Sahu" userId="c3bcdbd82bb9af11" providerId="LiveId" clId="{7193A4A2-5A1A-43A9-AEF5-7EE65CA6236A}" dt="2026-01-22T06:52:17.209" v="5216" actId="208"/>
          <ac:picMkLst>
            <pc:docMk/>
            <pc:sldMk cId="618959848" sldId="268"/>
            <ac:picMk id="6" creationId="{44644766-E274-716D-2420-BC9DB36F492D}"/>
          </ac:picMkLst>
        </pc:picChg>
        <pc:picChg chg="add mod">
          <ac:chgData name="Harshita Sahu" userId="c3bcdbd82bb9af11" providerId="LiveId" clId="{7193A4A2-5A1A-43A9-AEF5-7EE65CA6236A}" dt="2026-01-22T06:52:21.887" v="5218" actId="14100"/>
          <ac:picMkLst>
            <pc:docMk/>
            <pc:sldMk cId="618959848" sldId="268"/>
            <ac:picMk id="8" creationId="{0A72F9B9-92D4-CE67-DAC6-17A3E12C5CC5}"/>
          </ac:picMkLst>
        </pc:picChg>
      </pc:sldChg>
      <pc:sldChg chg="addSp delSp modSp new mod">
        <pc:chgData name="Harshita Sahu" userId="c3bcdbd82bb9af11" providerId="LiveId" clId="{7193A4A2-5A1A-43A9-AEF5-7EE65CA6236A}" dt="2026-01-23T05:31:27.288" v="8421" actId="207"/>
        <pc:sldMkLst>
          <pc:docMk/>
          <pc:sldMk cId="4024664997" sldId="269"/>
        </pc:sldMkLst>
        <pc:spChg chg="mod">
          <ac:chgData name="Harshita Sahu" userId="c3bcdbd82bb9af11" providerId="LiveId" clId="{7193A4A2-5A1A-43A9-AEF5-7EE65CA6236A}" dt="2026-01-23T05:31:27.288" v="8421" actId="207"/>
          <ac:spMkLst>
            <pc:docMk/>
            <pc:sldMk cId="4024664997" sldId="269"/>
            <ac:spMk id="2" creationId="{05658551-ABD0-E122-B28E-DED7B45BF0B5}"/>
          </ac:spMkLst>
        </pc:spChg>
        <pc:spChg chg="del">
          <ac:chgData name="Harshita Sahu" userId="c3bcdbd82bb9af11" providerId="LiveId" clId="{7193A4A2-5A1A-43A9-AEF5-7EE65CA6236A}" dt="2026-01-22T07:01:59.405" v="5904" actId="478"/>
          <ac:spMkLst>
            <pc:docMk/>
            <pc:sldMk cId="4024664997" sldId="269"/>
            <ac:spMk id="3" creationId="{F2BDBA5F-6155-B90C-85F9-DD67103BD13A}"/>
          </ac:spMkLst>
        </pc:spChg>
        <pc:spChg chg="add mod">
          <ac:chgData name="Harshita Sahu" userId="c3bcdbd82bb9af11" providerId="LiveId" clId="{7193A4A2-5A1A-43A9-AEF5-7EE65CA6236A}" dt="2026-01-22T07:29:53.900" v="7216"/>
          <ac:spMkLst>
            <pc:docMk/>
            <pc:sldMk cId="4024664997" sldId="269"/>
            <ac:spMk id="6" creationId="{36AD52D3-AB3C-FBC7-A926-4EEDBC994B56}"/>
          </ac:spMkLst>
        </pc:spChg>
        <pc:picChg chg="add mod">
          <ac:chgData name="Harshita Sahu" userId="c3bcdbd82bb9af11" providerId="LiveId" clId="{7193A4A2-5A1A-43A9-AEF5-7EE65CA6236A}" dt="2026-01-22T07:02:48.154" v="5961" actId="208"/>
          <ac:picMkLst>
            <pc:docMk/>
            <pc:sldMk cId="4024664997" sldId="269"/>
            <ac:picMk id="5" creationId="{606C90D7-F779-3AA4-CC3A-F3B455495AA7}"/>
          </ac:picMkLst>
        </pc:picChg>
      </pc:sldChg>
      <pc:sldChg chg="addSp delSp modSp new mod">
        <pc:chgData name="Harshita Sahu" userId="c3bcdbd82bb9af11" providerId="LiveId" clId="{7193A4A2-5A1A-43A9-AEF5-7EE65CA6236A}" dt="2026-01-22T07:24:20.762" v="7210"/>
        <pc:sldMkLst>
          <pc:docMk/>
          <pc:sldMk cId="1545099326" sldId="270"/>
        </pc:sldMkLst>
        <pc:spChg chg="del">
          <ac:chgData name="Harshita Sahu" userId="c3bcdbd82bb9af11" providerId="LiveId" clId="{7193A4A2-5A1A-43A9-AEF5-7EE65CA6236A}" dt="2026-01-22T07:19:57.888" v="7129" actId="478"/>
          <ac:spMkLst>
            <pc:docMk/>
            <pc:sldMk cId="1545099326" sldId="270"/>
            <ac:spMk id="2" creationId="{5E19DC7A-6A4C-F82A-EB25-AA010CFB8C39}"/>
          </ac:spMkLst>
        </pc:spChg>
        <pc:spChg chg="del">
          <ac:chgData name="Harshita Sahu" userId="c3bcdbd82bb9af11" providerId="LiveId" clId="{7193A4A2-5A1A-43A9-AEF5-7EE65CA6236A}" dt="2026-01-22T07:18:38.062" v="7102" actId="478"/>
          <ac:spMkLst>
            <pc:docMk/>
            <pc:sldMk cId="1545099326" sldId="270"/>
            <ac:spMk id="3" creationId="{D726E996-9256-BA5E-26F9-8DF39652093A}"/>
          </ac:spMkLst>
        </pc:spChg>
        <pc:spChg chg="add mod">
          <ac:chgData name="Harshita Sahu" userId="c3bcdbd82bb9af11" providerId="LiveId" clId="{7193A4A2-5A1A-43A9-AEF5-7EE65CA6236A}" dt="2026-01-22T07:18:50.992" v="7128" actId="20577"/>
          <ac:spMkLst>
            <pc:docMk/>
            <pc:sldMk cId="1545099326" sldId="270"/>
            <ac:spMk id="4" creationId="{14D849EB-78E0-8199-C22E-8F82A0CF244C}"/>
          </ac:spMkLst>
        </pc:spChg>
        <pc:graphicFrameChg chg="add mod modGraphic">
          <ac:chgData name="Harshita Sahu" userId="c3bcdbd82bb9af11" providerId="LiveId" clId="{7193A4A2-5A1A-43A9-AEF5-7EE65CA6236A}" dt="2026-01-22T07:24:20.762" v="7210"/>
          <ac:graphicFrameMkLst>
            <pc:docMk/>
            <pc:sldMk cId="1545099326" sldId="270"/>
            <ac:graphicFrameMk id="5" creationId="{96FB1F86-53CE-D949-47B5-A9B504E999BF}"/>
          </ac:graphicFrameMkLst>
        </pc:graphicFrameChg>
      </pc:sldChg>
      <pc:sldChg chg="addSp delSp modSp new mod">
        <pc:chgData name="Harshita Sahu" userId="c3bcdbd82bb9af11" providerId="LiveId" clId="{7193A4A2-5A1A-43A9-AEF5-7EE65CA6236A}" dt="2026-01-23T05:31:44.544" v="8423" actId="207"/>
        <pc:sldMkLst>
          <pc:docMk/>
          <pc:sldMk cId="1870381715" sldId="271"/>
        </pc:sldMkLst>
        <pc:spChg chg="del mod">
          <ac:chgData name="Harshita Sahu" userId="c3bcdbd82bb9af11" providerId="LiveId" clId="{7193A4A2-5A1A-43A9-AEF5-7EE65CA6236A}" dt="2026-01-22T07:35:43.205" v="7286" actId="478"/>
          <ac:spMkLst>
            <pc:docMk/>
            <pc:sldMk cId="1870381715" sldId="271"/>
            <ac:spMk id="2" creationId="{E11B9BE0-6569-9755-5346-02AFED60AD4E}"/>
          </ac:spMkLst>
        </pc:spChg>
        <pc:spChg chg="del">
          <ac:chgData name="Harshita Sahu" userId="c3bcdbd82bb9af11" providerId="LiveId" clId="{7193A4A2-5A1A-43A9-AEF5-7EE65CA6236A}" dt="2026-01-22T07:30:01.794" v="7218" actId="478"/>
          <ac:spMkLst>
            <pc:docMk/>
            <pc:sldMk cId="1870381715" sldId="271"/>
            <ac:spMk id="3" creationId="{98CE022E-9FA0-8BB8-B62C-5B8372CC0891}"/>
          </ac:spMkLst>
        </pc:spChg>
        <pc:spChg chg="add mod">
          <ac:chgData name="Harshita Sahu" userId="c3bcdbd82bb9af11" providerId="LiveId" clId="{7193A4A2-5A1A-43A9-AEF5-7EE65CA6236A}" dt="2026-01-22T07:30:32.989" v="7234" actId="20577"/>
          <ac:spMkLst>
            <pc:docMk/>
            <pc:sldMk cId="1870381715" sldId="271"/>
            <ac:spMk id="4" creationId="{BCDE8CC5-0F07-B0E3-E808-2DF1B601B0EC}"/>
          </ac:spMkLst>
        </pc:spChg>
        <pc:spChg chg="add mod">
          <ac:chgData name="Harshita Sahu" userId="c3bcdbd82bb9af11" providerId="LiveId" clId="{7193A4A2-5A1A-43A9-AEF5-7EE65CA6236A}" dt="2026-01-23T05:31:44.544" v="8423" actId="207"/>
          <ac:spMkLst>
            <pc:docMk/>
            <pc:sldMk cId="1870381715" sldId="271"/>
            <ac:spMk id="6" creationId="{BC437DC7-D01D-CF50-CF82-F12D188845BF}"/>
          </ac:spMkLst>
        </pc:spChg>
        <pc:graphicFrameChg chg="add mod modGraphic">
          <ac:chgData name="Harshita Sahu" userId="c3bcdbd82bb9af11" providerId="LiveId" clId="{7193A4A2-5A1A-43A9-AEF5-7EE65CA6236A}" dt="2026-01-22T09:34:17.608" v="8364" actId="14100"/>
          <ac:graphicFrameMkLst>
            <pc:docMk/>
            <pc:sldMk cId="1870381715" sldId="271"/>
            <ac:graphicFrameMk id="5" creationId="{DFCF2374-7AB9-63A9-86AB-3E01B9EDAA22}"/>
          </ac:graphicFrameMkLst>
        </pc:graphicFrameChg>
      </pc:sldChg>
      <pc:sldChg chg="addSp delSp modSp new mod">
        <pc:chgData name="Harshita Sahu" userId="c3bcdbd82bb9af11" providerId="LiveId" clId="{7193A4A2-5A1A-43A9-AEF5-7EE65CA6236A}" dt="2026-01-23T05:31:48.505" v="8424" actId="207"/>
        <pc:sldMkLst>
          <pc:docMk/>
          <pc:sldMk cId="3275450074" sldId="272"/>
        </pc:sldMkLst>
        <pc:spChg chg="mod">
          <ac:chgData name="Harshita Sahu" userId="c3bcdbd82bb9af11" providerId="LiveId" clId="{7193A4A2-5A1A-43A9-AEF5-7EE65CA6236A}" dt="2026-01-23T05:31:48.505" v="8424" actId="207"/>
          <ac:spMkLst>
            <pc:docMk/>
            <pc:sldMk cId="3275450074" sldId="272"/>
            <ac:spMk id="2" creationId="{2DDFC144-886B-4083-1056-430F4F7ED6B6}"/>
          </ac:spMkLst>
        </pc:spChg>
        <pc:spChg chg="del">
          <ac:chgData name="Harshita Sahu" userId="c3bcdbd82bb9af11" providerId="LiveId" clId="{7193A4A2-5A1A-43A9-AEF5-7EE65CA6236A}" dt="2026-01-22T09:15:05.003" v="7823" actId="478"/>
          <ac:spMkLst>
            <pc:docMk/>
            <pc:sldMk cId="3275450074" sldId="272"/>
            <ac:spMk id="3" creationId="{F7DCB508-6101-9727-35E5-3E54DD113FCC}"/>
          </ac:spMkLst>
        </pc:spChg>
        <pc:spChg chg="add mod">
          <ac:chgData name="Harshita Sahu" userId="c3bcdbd82bb9af11" providerId="LiveId" clId="{7193A4A2-5A1A-43A9-AEF5-7EE65CA6236A}" dt="2026-01-22T09:15:39.538" v="7862" actId="20577"/>
          <ac:spMkLst>
            <pc:docMk/>
            <pc:sldMk cId="3275450074" sldId="272"/>
            <ac:spMk id="4" creationId="{DDA052EA-C98E-EACF-E3BF-AD54E9C422E8}"/>
          </ac:spMkLst>
        </pc:spChg>
        <pc:graphicFrameChg chg="add mod modGraphic">
          <ac:chgData name="Harshita Sahu" userId="c3bcdbd82bb9af11" providerId="LiveId" clId="{7193A4A2-5A1A-43A9-AEF5-7EE65CA6236A}" dt="2026-01-22T09:34:31.448" v="8366" actId="14100"/>
          <ac:graphicFrameMkLst>
            <pc:docMk/>
            <pc:sldMk cId="3275450074" sldId="272"/>
            <ac:graphicFrameMk id="5" creationId="{B213ED7C-8358-B338-5276-253BA922D3C8}"/>
          </ac:graphicFrameMkLst>
        </pc:graphicFrameChg>
      </pc:sldChg>
      <pc:sldChg chg="addSp delSp modSp new mod">
        <pc:chgData name="Harshita Sahu" userId="c3bcdbd82bb9af11" providerId="LiveId" clId="{7193A4A2-5A1A-43A9-AEF5-7EE65CA6236A}" dt="2026-01-23T05:30:23.413" v="8417" actId="1076"/>
        <pc:sldMkLst>
          <pc:docMk/>
          <pc:sldMk cId="197605878" sldId="273"/>
        </pc:sldMkLst>
        <pc:spChg chg="del">
          <ac:chgData name="Harshita Sahu" userId="c3bcdbd82bb9af11" providerId="LiveId" clId="{7193A4A2-5A1A-43A9-AEF5-7EE65CA6236A}" dt="2026-01-23T05:28:30.018" v="8404"/>
          <ac:spMkLst>
            <pc:docMk/>
            <pc:sldMk cId="197605878" sldId="273"/>
            <ac:spMk id="2" creationId="{61F5D699-BE1D-AAA1-0293-A2620BED7D08}"/>
          </ac:spMkLst>
        </pc:spChg>
        <pc:spChg chg="del">
          <ac:chgData name="Harshita Sahu" userId="c3bcdbd82bb9af11" providerId="LiveId" clId="{7193A4A2-5A1A-43A9-AEF5-7EE65CA6236A}" dt="2026-01-23T05:20:55.985" v="8374" actId="478"/>
          <ac:spMkLst>
            <pc:docMk/>
            <pc:sldMk cId="197605878" sldId="273"/>
            <ac:spMk id="3" creationId="{C2FB5F66-02BC-3D22-5874-5F6C2B3A87EC}"/>
          </ac:spMkLst>
        </pc:spChg>
        <pc:spChg chg="add mod">
          <ac:chgData name="Harshita Sahu" userId="c3bcdbd82bb9af11" providerId="LiveId" clId="{7193A4A2-5A1A-43A9-AEF5-7EE65CA6236A}" dt="2026-01-23T05:28:17.993" v="8403" actId="108"/>
          <ac:spMkLst>
            <pc:docMk/>
            <pc:sldMk cId="197605878" sldId="273"/>
            <ac:spMk id="4" creationId="{11BD599C-5DCC-F3F4-1791-5CEFE1A0DB90}"/>
          </ac:spMkLst>
        </pc:spChg>
        <pc:spChg chg="add mod">
          <ac:chgData name="Harshita Sahu" userId="c3bcdbd82bb9af11" providerId="LiveId" clId="{7193A4A2-5A1A-43A9-AEF5-7EE65CA6236A}" dt="2026-01-23T05:30:23.413" v="8417" actId="1076"/>
          <ac:spMkLst>
            <pc:docMk/>
            <pc:sldMk cId="197605878" sldId="273"/>
            <ac:spMk id="5" creationId="{E6180ED4-046C-5ADF-6C36-B71C8A5B84C3}"/>
          </ac:spMkLst>
        </pc:spChg>
      </pc:sldChg>
      <pc:sldChg chg="addSp delSp modSp new mod">
        <pc:chgData name="Harshita Sahu" userId="c3bcdbd82bb9af11" providerId="LiveId" clId="{7193A4A2-5A1A-43A9-AEF5-7EE65CA6236A}" dt="2026-01-23T05:30:05.298" v="8415" actId="1076"/>
        <pc:sldMkLst>
          <pc:docMk/>
          <pc:sldMk cId="3286090728" sldId="274"/>
        </pc:sldMkLst>
        <pc:spChg chg="mod">
          <ac:chgData name="Harshita Sahu" userId="c3bcdbd82bb9af11" providerId="LiveId" clId="{7193A4A2-5A1A-43A9-AEF5-7EE65CA6236A}" dt="2026-01-23T05:30:05.298" v="8415" actId="1076"/>
          <ac:spMkLst>
            <pc:docMk/>
            <pc:sldMk cId="3286090728" sldId="274"/>
            <ac:spMk id="2" creationId="{1CE93242-C98C-9CCF-0CBD-3935FC47893D}"/>
          </ac:spMkLst>
        </pc:spChg>
        <pc:spChg chg="del">
          <ac:chgData name="Harshita Sahu" userId="c3bcdbd82bb9af11" providerId="LiveId" clId="{7193A4A2-5A1A-43A9-AEF5-7EE65CA6236A}" dt="2026-01-23T05:30:00.256" v="8413" actId="478"/>
          <ac:spMkLst>
            <pc:docMk/>
            <pc:sldMk cId="3286090728" sldId="274"/>
            <ac:spMk id="3" creationId="{F4EF9616-11E0-C0B1-AAFB-771445FDD2BB}"/>
          </ac:spMkLst>
        </pc:spChg>
        <pc:spChg chg="add mod">
          <ac:chgData name="Harshita Sahu" userId="c3bcdbd82bb9af11" providerId="LiveId" clId="{7193A4A2-5A1A-43A9-AEF5-7EE65CA6236A}" dt="2026-01-23T05:30:00.758" v="8414"/>
          <ac:spMkLst>
            <pc:docMk/>
            <pc:sldMk cId="3286090728" sldId="274"/>
            <ac:spMk id="4" creationId="{BEE20A4B-9E9C-1BF1-6EBA-8BAAF8F65EE9}"/>
          </ac:spMkLst>
        </pc:spChg>
      </pc:sldChg>
      <pc:sldChg chg="addSp modSp new mod">
        <pc:chgData name="Harshita Sahu" userId="c3bcdbd82bb9af11" providerId="LiveId" clId="{7193A4A2-5A1A-43A9-AEF5-7EE65CA6236A}" dt="2026-01-23T05:36:00.526" v="8450" actId="1076"/>
        <pc:sldMkLst>
          <pc:docMk/>
          <pc:sldMk cId="88656746" sldId="275"/>
        </pc:sldMkLst>
        <pc:spChg chg="add mod">
          <ac:chgData name="Harshita Sahu" userId="c3bcdbd82bb9af11" providerId="LiveId" clId="{7193A4A2-5A1A-43A9-AEF5-7EE65CA6236A}" dt="2026-01-23T05:36:00.526" v="8450" actId="1076"/>
          <ac:spMkLst>
            <pc:docMk/>
            <pc:sldMk cId="88656746" sldId="275"/>
            <ac:spMk id="2" creationId="{DE149A79-8E4F-5467-56CC-4322EDA1E7B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3107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A4E9F7A4-5634-406D-AE1E-9892C6AE7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210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A4E9F7A4-5634-406D-AE1E-9892C6AE7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372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A4E9F7A4-5634-406D-AE1E-9892C6AE7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172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A4E9F7A4-5634-406D-AE1E-9892C6AE7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01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A4E9F7A4-5634-406D-AE1E-9892C6AE7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863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A4E9F7A4-5634-406D-AE1E-9892C6AE7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164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A4E9F7A4-5634-406D-AE1E-9892C6AE7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57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A4E9F7A4-5634-406D-AE1E-9892C6AE7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439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A4E9F7A4-5634-406D-AE1E-9892C6AE7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046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A4E9F7A4-5634-406D-AE1E-9892C6AE7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384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A4E9F7A4-5634-406D-AE1E-9892C6AE7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432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1" i="0">
                <a:solidFill>
                  <a:srgbClr val="3E3A4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7967597" y="6350527"/>
            <a:ext cx="31690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254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254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254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254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254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254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254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254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254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40938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31CF-FF37-83B6-7A81-B8C6C5C3A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3697F-BD0F-6EB3-15D7-0F1D56697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FB736-737E-A936-CBBD-30C0E4BB5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A9DF-1A8A-4263-B217-97D054D081D5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49588-C2AC-8CE7-CDF1-8D49BADAA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F4E64-0F15-A8D6-AEFB-ABEA51C4D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9F7A4-5634-406D-AE1E-9892C6AE7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16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A4E9F7A4-5634-406D-AE1E-9892C6AE7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14603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6EBFD9C-BEBF-A014-CA5E-83D7218F19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8557" y="1504540"/>
            <a:ext cx="5455740" cy="10568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Eras Demi ITC" panose="020B0805030504020804" pitchFamily="34" charset="0"/>
              </a:rPr>
              <a:t>Amazon Laptop Market Analysis Using Scraped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544184-6289-8FF5-4DC1-E3B7A05F255F}"/>
              </a:ext>
            </a:extLst>
          </p:cNvPr>
          <p:cNvSpPr txBox="1"/>
          <p:nvPr/>
        </p:nvSpPr>
        <p:spPr>
          <a:xfrm>
            <a:off x="6725264" y="4296660"/>
            <a:ext cx="50390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Eras Demi ITC" panose="020B0805030504020804" pitchFamily="34" charset="0"/>
              </a:rPr>
              <a:t>Name : Harshita Sahu </a:t>
            </a:r>
          </a:p>
          <a:p>
            <a:r>
              <a:rPr lang="en-US" sz="2000" dirty="0">
                <a:latin typeface="Eras Demi ITC" panose="020B0805030504020804" pitchFamily="34" charset="0"/>
              </a:rPr>
              <a:t>Date : 19/01/2026</a:t>
            </a:r>
          </a:p>
        </p:txBody>
      </p:sp>
    </p:spTree>
    <p:extLst>
      <p:ext uri="{BB962C8B-B14F-4D97-AF65-F5344CB8AC3E}">
        <p14:creationId xmlns:p14="http://schemas.microsoft.com/office/powerpoint/2010/main" val="129955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56A2BC-54A1-68C2-FFA9-BC280DB2549C}"/>
              </a:ext>
            </a:extLst>
          </p:cNvPr>
          <p:cNvSpPr txBox="1"/>
          <p:nvPr/>
        </p:nvSpPr>
        <p:spPr>
          <a:xfrm>
            <a:off x="668594" y="751344"/>
            <a:ext cx="1106129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Bahnschrift SemiLight" panose="020B0502040204020203" pitchFamily="34" charset="0"/>
              </a:rPr>
              <a:t>The objective of this project is to analyze </a:t>
            </a:r>
            <a:r>
              <a:rPr lang="en-US" b="1" u="sng" dirty="0">
                <a:latin typeface="Bahnschrift SemiLight" panose="020B0502040204020203" pitchFamily="34" charset="0"/>
              </a:rPr>
              <a:t>Amazon laptop</a:t>
            </a:r>
            <a:r>
              <a:rPr lang="en-US" u="sng" dirty="0">
                <a:latin typeface="Bahnschrift SemiLight" panose="020B0502040204020203" pitchFamily="34" charset="0"/>
              </a:rPr>
              <a:t> </a:t>
            </a:r>
            <a:r>
              <a:rPr lang="en-US" dirty="0">
                <a:latin typeface="Bahnschrift SemiLight" panose="020B0502040204020203" pitchFamily="34" charset="0"/>
              </a:rPr>
              <a:t>sales data to identify key drivers influencing customer purchasing decisions.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ahnschrift SemiLight" panose="020B0502040204020203" pitchFamily="34" charset="0"/>
              </a:rPr>
              <a:t>Using scraped data of top </a:t>
            </a:r>
            <a:r>
              <a:rPr lang="en-US" b="1" u="sng" dirty="0">
                <a:latin typeface="Bahnschrift SemiLight" panose="020B0502040204020203" pitchFamily="34" charset="0"/>
              </a:rPr>
              <a:t>100 Amazon laptops</a:t>
            </a:r>
            <a:r>
              <a:rPr lang="en-US" dirty="0">
                <a:latin typeface="Bahnschrift SemiLight" panose="020B0502040204020203" pitchFamily="34" charset="0"/>
              </a:rPr>
              <a:t>, this analysis focuses on Lenovo products to compare pricing, ratings, processor types, and sales performance.</a:t>
            </a:r>
          </a:p>
          <a:p>
            <a:pPr>
              <a:lnSpc>
                <a:spcPct val="150000"/>
              </a:lnSpc>
            </a:pPr>
            <a:endParaRPr lang="en-US" dirty="0">
              <a:latin typeface="Bahnschrift SemiLight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u="sng" dirty="0">
                <a:latin typeface="Bahnschrift SemiLight" panose="020B0502040204020203" pitchFamily="34" charset="0"/>
              </a:rPr>
              <a:t>The goal is to help businesses and customers understand</a:t>
            </a:r>
            <a:r>
              <a:rPr lang="en-US" dirty="0">
                <a:latin typeface="Bahnschrift SemiLight" panose="020B0502040204020203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" panose="020B0502040204020203" pitchFamily="34" charset="0"/>
              </a:rPr>
              <a:t>What is the driver force of sales.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" panose="020B0502040204020203" pitchFamily="34" charset="0"/>
              </a:rPr>
              <a:t>Comparison between different laptops.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" panose="020B0502040204020203" pitchFamily="34" charset="0"/>
              </a:rPr>
              <a:t>Which laptop series offers the best value for money.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" panose="020B0502040204020203" pitchFamily="34" charset="0"/>
              </a:rPr>
              <a:t>Which processor types and price categories drive higher sales.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" panose="020B0502040204020203" pitchFamily="34" charset="0"/>
              </a:rPr>
              <a:t>How ratings and reviews influence quantity sold.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" panose="020B0502040204020203" pitchFamily="34" charset="0"/>
              </a:rPr>
              <a:t>Which product features contribute to higher customer preference.</a:t>
            </a:r>
          </a:p>
          <a:p>
            <a:endParaRPr lang="en-IN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1D523489-140B-0CFE-72A1-2CDA2BAE2D4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Business Objective 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17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BC30B60-4344-C94E-284B-3AD682383B4C}"/>
              </a:ext>
            </a:extLst>
          </p:cNvPr>
          <p:cNvSpPr txBox="1">
            <a:spLocks/>
          </p:cNvSpPr>
          <p:nvPr/>
        </p:nvSpPr>
        <p:spPr>
          <a:xfrm>
            <a:off x="-2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Data Extraction &amp; Preparation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7127120-86C5-4BD0-F9F1-D2FA09B5F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73" y="631117"/>
            <a:ext cx="11090789" cy="5546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100 laptop products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were scraped for analysis.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was extracted from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 website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focusing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Lenovo laptops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Selenium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Detailed product information was extracted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navigating into each product URL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loops and collecting all available attributes.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Initially, around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67 columns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were extracted. After data cleaning and removing irrelevant or redundant fields, the dataset was reduced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42 meaningful columns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Various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and transformation steps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were applied to make the data analysis-ready.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final cleaned dataset was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exported to CSV format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further analysis and visualization were performed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 Code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5494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1DD897C-9F5A-AABD-88ED-36E596DA8048}"/>
              </a:ext>
            </a:extLst>
          </p:cNvPr>
          <p:cNvSpPr txBox="1">
            <a:spLocks/>
          </p:cNvSpPr>
          <p:nvPr/>
        </p:nvSpPr>
        <p:spPr>
          <a:xfrm>
            <a:off x="-2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Data Overview &amp; Data Structure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9F4750-BDF8-8318-6FCA-13D93E161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06" y="693963"/>
            <a:ext cx="1029122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u="sng" dirty="0">
                <a:solidFill>
                  <a:srgbClr val="92D050"/>
                </a:solidFill>
                <a:latin typeface="Arial" panose="020B0604020202020204" pitchFamily="34" charset="0"/>
              </a:rPr>
              <a:t>Data Summary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dataset contains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42 columns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 Lenovo laptop records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includes: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information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Pricing &amp; discount details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Ratings and review counts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Sales-related metrics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u="sng" dirty="0">
              <a:solidFill>
                <a:srgbClr val="92D050"/>
              </a:solidFill>
              <a:latin typeface="Arial" panose="020B0604020202020204" pitchFamily="34" charset="0"/>
            </a:endParaRPr>
          </a:p>
          <a:p>
            <a:r>
              <a:rPr lang="en-US" b="1" u="sng" dirty="0">
                <a:solidFill>
                  <a:srgbClr val="92D050"/>
                </a:solidFill>
              </a:rPr>
              <a:t>Key Data Categories (VERY IMPORTANT)</a:t>
            </a:r>
          </a:p>
          <a:p>
            <a:r>
              <a:rPr lang="en-US" dirty="0"/>
              <a:t>This shows business understanding.</a:t>
            </a:r>
          </a:p>
          <a:p>
            <a:r>
              <a:rPr lang="en-US" b="1" dirty="0"/>
              <a:t>Example content:</a:t>
            </a:r>
            <a:endParaRPr lang="en-US" dirty="0"/>
          </a:p>
          <a:p>
            <a:r>
              <a:rPr lang="en-US" b="1" dirty="0"/>
              <a:t>Product Details:</a:t>
            </a:r>
            <a:r>
              <a:rPr lang="en-US" dirty="0"/>
              <a:t> Title, Series, Model Number</a:t>
            </a:r>
          </a:p>
          <a:p>
            <a:r>
              <a:rPr lang="en-US" b="1" dirty="0"/>
              <a:t>Pricing Information:</a:t>
            </a:r>
            <a:r>
              <a:rPr lang="en-US" dirty="0"/>
              <a:t> Price, Discount %, Price Category</a:t>
            </a:r>
          </a:p>
          <a:p>
            <a:r>
              <a:rPr lang="en-US" b="1" dirty="0"/>
              <a:t>Sales Metrics:</a:t>
            </a:r>
            <a:r>
              <a:rPr lang="en-US" dirty="0"/>
              <a:t> Quantity Sold Last Month</a:t>
            </a:r>
          </a:p>
          <a:p>
            <a:r>
              <a:rPr lang="en-US" b="1" dirty="0"/>
              <a:t>Customer Feedback:</a:t>
            </a:r>
            <a:r>
              <a:rPr lang="en-US" dirty="0"/>
              <a:t> Ratings, Rating Count</a:t>
            </a:r>
          </a:p>
          <a:p>
            <a:r>
              <a:rPr lang="en-US" b="1" dirty="0"/>
              <a:t>Technical Specifications:</a:t>
            </a:r>
            <a:r>
              <a:rPr lang="en-US" dirty="0"/>
              <a:t> Processor Brand, Processor Type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414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F787B4-FEF0-34DF-76A6-06FFD0862E43}"/>
              </a:ext>
            </a:extLst>
          </p:cNvPr>
          <p:cNvSpPr txBox="1"/>
          <p:nvPr/>
        </p:nvSpPr>
        <p:spPr>
          <a:xfrm>
            <a:off x="599769" y="810191"/>
            <a:ext cx="10441858" cy="6047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1) What drives laptop sales?</a:t>
            </a:r>
          </a:p>
          <a:p>
            <a:pPr>
              <a:lnSpc>
                <a:spcPct val="150000"/>
              </a:lnSpc>
            </a:pPr>
            <a:r>
              <a:rPr lang="en-US" dirty="0"/>
              <a:t>Do </a:t>
            </a:r>
            <a:r>
              <a:rPr lang="en-US" b="1" dirty="0"/>
              <a:t>price, discounts, ratings, or product features</a:t>
            </a:r>
            <a:r>
              <a:rPr lang="en-US" dirty="0"/>
              <a:t> influence sales the most?</a:t>
            </a:r>
          </a:p>
          <a:p>
            <a:pPr>
              <a:lnSpc>
                <a:spcPct val="150000"/>
              </a:lnSpc>
            </a:pPr>
            <a:r>
              <a:rPr lang="en-US" dirty="0"/>
              <a:t>Is sales performance driven by a </a:t>
            </a:r>
            <a:r>
              <a:rPr lang="en-US" b="1" dirty="0"/>
              <a:t>single factor</a:t>
            </a:r>
            <a:r>
              <a:rPr lang="en-US" dirty="0"/>
              <a:t> or a </a:t>
            </a:r>
            <a:r>
              <a:rPr lang="en-US" b="1" dirty="0"/>
              <a:t>combination of multiple factors</a:t>
            </a:r>
            <a:r>
              <a:rPr lang="en-US" dirty="0"/>
              <a:t>?</a:t>
            </a:r>
          </a:p>
          <a:p>
            <a:pPr>
              <a:lnSpc>
                <a:spcPct val="150000"/>
              </a:lnSpc>
            </a:pPr>
            <a:br>
              <a:rPr lang="en-US" dirty="0"/>
            </a:br>
            <a:r>
              <a:rPr lang="en-US" b="1" dirty="0"/>
              <a:t>2)Which products have untapped sales potential?</a:t>
            </a:r>
          </a:p>
          <a:p>
            <a:pPr>
              <a:lnSpc>
                <a:spcPct val="150000"/>
              </a:lnSpc>
            </a:pPr>
            <a:r>
              <a:rPr lang="en-US" dirty="0"/>
              <a:t>Are there products with </a:t>
            </a:r>
            <a:r>
              <a:rPr lang="en-US" b="1" dirty="0"/>
              <a:t>high ratings and review counts but low sales</a:t>
            </a:r>
            <a:r>
              <a:rPr lang="en-US" dirty="0"/>
              <a:t>, indicating strong quality but poor visibility or pricing?</a:t>
            </a:r>
          </a:p>
          <a:p>
            <a:pPr>
              <a:lnSpc>
                <a:spcPct val="150000"/>
              </a:lnSpc>
            </a:pPr>
            <a:r>
              <a:rPr lang="en-US" dirty="0"/>
              <a:t>Are there products with </a:t>
            </a:r>
            <a:r>
              <a:rPr lang="en-US" b="1" dirty="0"/>
              <a:t>lower ratings but high sales</a:t>
            </a:r>
            <a:r>
              <a:rPr lang="en-US" dirty="0"/>
              <a:t>, suggesting demand driven by price or brand?</a:t>
            </a:r>
          </a:p>
          <a:p>
            <a:pPr>
              <a:lnSpc>
                <a:spcPct val="150000"/>
              </a:lnSpc>
            </a:pPr>
            <a:r>
              <a:rPr lang="en-US" dirty="0"/>
              <a:t>Which products have the </a:t>
            </a:r>
            <a:r>
              <a:rPr lang="en-US" b="1" dirty="0"/>
              <a:t>potential to increase sales with better positioning</a:t>
            </a:r>
            <a:r>
              <a:rPr lang="en-US" dirty="0"/>
              <a:t>?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r>
              <a:rPr lang="en-US" b="1" dirty="0"/>
              <a:t>3)Which product features are most preferred?</a:t>
            </a:r>
          </a:p>
          <a:p>
            <a:r>
              <a:rPr lang="en-US" dirty="0"/>
              <a:t>Which </a:t>
            </a:r>
            <a:r>
              <a:rPr lang="en-US" b="1" dirty="0"/>
              <a:t>processor brands or processor types</a:t>
            </a:r>
            <a:r>
              <a:rPr lang="en-US" dirty="0"/>
              <a:t> are sold the most?</a:t>
            </a:r>
          </a:p>
          <a:p>
            <a:r>
              <a:rPr lang="en-US" dirty="0"/>
              <a:t>Which </a:t>
            </a:r>
            <a:r>
              <a:rPr lang="en-US" b="1" dirty="0"/>
              <a:t>laptop series</a:t>
            </a:r>
            <a:r>
              <a:rPr lang="en-US" dirty="0"/>
              <a:t> show higher customer demand?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50FBC7-4B69-8B9E-EB51-959D6A23E8BC}"/>
              </a:ext>
            </a:extLst>
          </p:cNvPr>
          <p:cNvSpPr txBox="1">
            <a:spLocks/>
          </p:cNvSpPr>
          <p:nvPr/>
        </p:nvSpPr>
        <p:spPr>
          <a:xfrm>
            <a:off x="-2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Business 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748436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DCD2BE-49AD-3BA3-920F-46E2E65F0BF8}"/>
              </a:ext>
            </a:extLst>
          </p:cNvPr>
          <p:cNvSpPr txBox="1"/>
          <p:nvPr/>
        </p:nvSpPr>
        <p:spPr>
          <a:xfrm>
            <a:off x="353962" y="796413"/>
            <a:ext cx="94586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features consistently appear in </a:t>
            </a:r>
            <a:r>
              <a:rPr lang="en-US" b="1" dirty="0"/>
              <a:t>high-performing products</a:t>
            </a:r>
            <a:r>
              <a:rPr lang="en-US" dirty="0"/>
              <a:t>?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4)How do products compare against each other?</a:t>
            </a:r>
          </a:p>
          <a:p>
            <a:r>
              <a:rPr lang="en-US" dirty="0"/>
              <a:t>How do two laptops differ in terms of:</a:t>
            </a:r>
          </a:p>
          <a:p>
            <a:pPr lvl="1"/>
            <a:r>
              <a:rPr lang="en-US" dirty="0"/>
              <a:t>Price</a:t>
            </a:r>
          </a:p>
          <a:p>
            <a:pPr lvl="1"/>
            <a:r>
              <a:rPr lang="en-US" dirty="0"/>
              <a:t>Sales volume</a:t>
            </a:r>
          </a:p>
          <a:p>
            <a:pPr lvl="1"/>
            <a:r>
              <a:rPr lang="en-US" dirty="0"/>
              <a:t>Ratings and reviews</a:t>
            </a:r>
          </a:p>
          <a:p>
            <a:pPr lvl="1"/>
            <a:r>
              <a:rPr lang="en-US" dirty="0"/>
              <a:t>Discounts and specifications</a:t>
            </a:r>
          </a:p>
          <a:p>
            <a:r>
              <a:rPr lang="en-US" dirty="0"/>
              <a:t>Which product offers </a:t>
            </a:r>
            <a:r>
              <a:rPr lang="en-US" b="1" dirty="0"/>
              <a:t>better value for money</a:t>
            </a:r>
            <a:r>
              <a:rPr lang="en-US" dirty="0"/>
              <a:t>?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21D3D0-339B-57E3-6106-50141C4B9485}"/>
              </a:ext>
            </a:extLst>
          </p:cNvPr>
          <p:cNvSpPr txBox="1">
            <a:spLocks/>
          </p:cNvSpPr>
          <p:nvPr/>
        </p:nvSpPr>
        <p:spPr>
          <a:xfrm>
            <a:off x="-2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Business 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048336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14D849EB-78E0-8199-C22E-8F82A0CF244C}"/>
              </a:ext>
            </a:extLst>
          </p:cNvPr>
          <p:cNvSpPr txBox="1">
            <a:spLocks/>
          </p:cNvSpPr>
          <p:nvPr/>
        </p:nvSpPr>
        <p:spPr>
          <a:xfrm>
            <a:off x="-2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Key Performance Metrics 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FB1F86-53CE-D949-47B5-A9B504E99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578012"/>
              </p:ext>
            </p:extLst>
          </p:nvPr>
        </p:nvGraphicFramePr>
        <p:xfrm>
          <a:off x="2032000" y="749163"/>
          <a:ext cx="8128000" cy="490823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2508066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71348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Metrics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771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67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Most sold Laptop</a:t>
                      </a:r>
                      <a:endParaRPr lang="en-IN" sz="1867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67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Lenovo | IdeaPad Slim 3|15IAH8|Core i5||512 GB|SSD15.6 Inches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7235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67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Most sold Series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67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IdeaPad Slim 3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040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67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Most sold model number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67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15IAH8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145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67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Top1 Price Categories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67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Medium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216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67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Top1 Processor brand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67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Intel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2974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67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Top1 Processor Type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67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Core i5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75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099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543AF8-07B2-B5DD-ABD9-291ABF86B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355" y="717755"/>
            <a:ext cx="5877045" cy="5456903"/>
          </a:xfr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en-US" dirty="0"/>
              <a:t>There are some Numeric features which may or may not be a sole driver of sale.</a:t>
            </a:r>
          </a:p>
          <a:p>
            <a:endParaRPr lang="en-US" dirty="0"/>
          </a:p>
          <a:p>
            <a:pPr marL="457200" indent="-457200">
              <a:buAutoNum type="arabicParenR"/>
            </a:pPr>
            <a:r>
              <a:rPr lang="en-US" u="sng" dirty="0"/>
              <a:t>Relationship btw Prices &amp; Qty sold last month.</a:t>
            </a:r>
          </a:p>
          <a:p>
            <a:pPr marL="457200" indent="-457200">
              <a:buAutoNum type="arabicParenR"/>
            </a:pPr>
            <a:endParaRPr lang="en-US" dirty="0"/>
          </a:p>
          <a:p>
            <a:r>
              <a:rPr lang="en-US" dirty="0"/>
              <a:t>As the heatmap is showcasing there is a negative low correlation of -0.16.</a:t>
            </a:r>
          </a:p>
          <a:p>
            <a:endParaRPr lang="en-US" dirty="0"/>
          </a:p>
          <a:p>
            <a:r>
              <a:rPr lang="en-US" dirty="0"/>
              <a:t>That depicts is the prices increase of fall there is no such increase in Qty sold of Laptops .</a:t>
            </a:r>
          </a:p>
          <a:p>
            <a:endParaRPr lang="en-US" dirty="0"/>
          </a:p>
          <a:p>
            <a:r>
              <a:rPr lang="en-US" dirty="0"/>
              <a:t>2)</a:t>
            </a:r>
            <a:r>
              <a:rPr lang="en-US" u="sng" dirty="0"/>
              <a:t>Relationship btw Discount percentage &amp; Qty sold last month.</a:t>
            </a:r>
          </a:p>
          <a:p>
            <a:endParaRPr lang="en-US" dirty="0"/>
          </a:p>
          <a:p>
            <a:r>
              <a:rPr lang="en-US" dirty="0"/>
              <a:t>There is a -0.015 as correlation between these two .</a:t>
            </a:r>
          </a:p>
          <a:p>
            <a:endParaRPr lang="en-US" dirty="0"/>
          </a:p>
          <a:p>
            <a:r>
              <a:rPr lang="en-US" dirty="0"/>
              <a:t>That depicts that if discount increase or decrease there is no such effect on our quantity of laptop being sold </a:t>
            </a:r>
            <a:endParaRPr lang="en-IN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2AADF790-60A0-137A-A6DF-1BFB98E0CA60}"/>
              </a:ext>
            </a:extLst>
          </p:cNvPr>
          <p:cNvSpPr txBox="1">
            <a:spLocks/>
          </p:cNvSpPr>
          <p:nvPr/>
        </p:nvSpPr>
        <p:spPr>
          <a:xfrm>
            <a:off x="-2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Key Drivers of Sales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7E0197-156A-3D33-482B-8E54167B6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10" y="576418"/>
            <a:ext cx="4478734" cy="31069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42ADE1-6AA9-93A3-2BFC-F859A489B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10" y="3824749"/>
            <a:ext cx="4478734" cy="24568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05029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A3CB86-2263-F149-72D9-39D13747F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8346" y="873842"/>
            <a:ext cx="5938685" cy="5110316"/>
          </a:xfr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>
            <a:normAutofit/>
          </a:bodyPr>
          <a:lstStyle/>
          <a:p>
            <a:pPr marL="186262" indent="0">
              <a:buNone/>
            </a:pPr>
            <a:r>
              <a:rPr lang="en-IN" dirty="0"/>
              <a:t>3) </a:t>
            </a:r>
            <a:r>
              <a:rPr lang="en-IN" u="sng" dirty="0"/>
              <a:t>Relationship between Ratings and Qty sold last month.</a:t>
            </a:r>
          </a:p>
          <a:p>
            <a:pPr marL="186262" indent="0">
              <a:buNone/>
            </a:pPr>
            <a:r>
              <a:rPr lang="en-IN" dirty="0"/>
              <a:t>There is a negative low correlation of          </a:t>
            </a:r>
          </a:p>
          <a:p>
            <a:pPr marL="186262" indent="0">
              <a:buNone/>
            </a:pPr>
            <a:r>
              <a:rPr lang="en-IN" dirty="0"/>
              <a:t>-0.064 which depicts that ratings also not impacting or creating any significant impact on sales . </a:t>
            </a:r>
          </a:p>
          <a:p>
            <a:pPr marL="186262" indent="0">
              <a:buNone/>
            </a:pPr>
            <a:r>
              <a:rPr lang="en-US" b="1" dirty="0"/>
              <a:t>***</a:t>
            </a:r>
            <a:r>
              <a:rPr lang="en-US" b="1" u="sng" dirty="0">
                <a:solidFill>
                  <a:srgbClr val="92D050"/>
                </a:solidFill>
              </a:rPr>
              <a:t>Overall Insight</a:t>
            </a:r>
            <a:r>
              <a:rPr lang="en-US" b="1" dirty="0"/>
              <a:t>***</a:t>
            </a:r>
          </a:p>
          <a:p>
            <a:r>
              <a:rPr lang="en-US" dirty="0"/>
              <a:t>These analyses are based on </a:t>
            </a:r>
            <a:r>
              <a:rPr lang="en-US" b="1" dirty="0"/>
              <a:t>last month’s sales data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To identify long-term sales drivers, additional correlations were examined between:</a:t>
            </a:r>
          </a:p>
          <a:p>
            <a:r>
              <a:rPr lang="en-US" dirty="0"/>
              <a:t>Rating Count &amp; Price</a:t>
            </a:r>
          </a:p>
          <a:p>
            <a:r>
              <a:rPr lang="en-US" dirty="0"/>
              <a:t>Rating Count &amp; Discount</a:t>
            </a:r>
          </a:p>
          <a:p>
            <a:r>
              <a:rPr lang="en-US" dirty="0"/>
              <a:t>Rating Count &amp; Ratings</a:t>
            </a:r>
          </a:p>
          <a:p>
            <a:r>
              <a:rPr lang="en-US" dirty="0"/>
              <a:t>However, all these combinations also showed </a:t>
            </a:r>
            <a:r>
              <a:rPr lang="en-US" b="1" dirty="0"/>
              <a:t>weak or negligible correlations</a:t>
            </a:r>
            <a:r>
              <a:rPr lang="en-US" dirty="0"/>
              <a:t>.</a:t>
            </a:r>
          </a:p>
          <a:p>
            <a:pPr marL="186262" indent="0">
              <a:buNone/>
            </a:pPr>
            <a:endParaRPr lang="en-IN" dirty="0">
              <a:solidFill>
                <a:srgbClr val="92D050"/>
              </a:solidFill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3A700EE-92C9-87D0-5623-13CD6D4F1AA2}"/>
              </a:ext>
            </a:extLst>
          </p:cNvPr>
          <p:cNvSpPr txBox="1">
            <a:spLocks/>
          </p:cNvSpPr>
          <p:nvPr/>
        </p:nvSpPr>
        <p:spPr>
          <a:xfrm>
            <a:off x="-2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Key Drivers of Sales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253014-E64F-AA26-1174-DEF32CE7D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97" y="1367913"/>
            <a:ext cx="4811471" cy="3768212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694102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8179D1-E799-AD27-883D-E44301D8CF01}"/>
              </a:ext>
            </a:extLst>
          </p:cNvPr>
          <p:cNvSpPr txBox="1"/>
          <p:nvPr/>
        </p:nvSpPr>
        <p:spPr>
          <a:xfrm>
            <a:off x="1651819" y="865239"/>
            <a:ext cx="7747819" cy="4611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</a:rPr>
              <a:t>“We can’t solely depend on Rating Counts as there records which can be historical data collected from several years that  does not give us a real picture of laptops which are being sold then with the current trends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</a:rPr>
              <a:t>Also, can’t depend on Qty sold Last month to make our analysis and predict which one is more demanded or which one is not 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</a:rPr>
              <a:t>We need to consider both these columns to make our analysis real and dependable”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</a:rPr>
              <a:t>Now we are moving towards Laptops features 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FF74CC-CA86-68D0-0BFE-B7A0A61B69FA}"/>
              </a:ext>
            </a:extLst>
          </p:cNvPr>
          <p:cNvSpPr txBox="1">
            <a:spLocks/>
          </p:cNvSpPr>
          <p:nvPr/>
        </p:nvSpPr>
        <p:spPr>
          <a:xfrm>
            <a:off x="-2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Why Single Metrics does not give a True Picture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783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F62758-516B-45C4-2C48-55E99710A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6837" y="1356853"/>
            <a:ext cx="5749413" cy="3955636"/>
          </a:xfr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/>
          <a:lstStyle/>
          <a:p>
            <a:pPr marL="186262" indent="0">
              <a:buNone/>
            </a:pPr>
            <a:r>
              <a:rPr lang="en-US" dirty="0">
                <a:solidFill>
                  <a:srgbClr val="92D050"/>
                </a:solidFill>
              </a:rPr>
              <a:t>As numeric columns does not give a real picture of key driver of sales it depicts that the sales is driving by the combination of various categorical  features like processor type , series , processor brand.</a:t>
            </a:r>
          </a:p>
          <a:p>
            <a:pPr marL="186262" indent="0">
              <a:buNone/>
            </a:pPr>
            <a:endParaRPr lang="en-US" dirty="0"/>
          </a:p>
          <a:p>
            <a:pPr marL="186262" indent="0">
              <a:buNone/>
            </a:pPr>
            <a:r>
              <a:rPr lang="en-US" dirty="0"/>
              <a:t>Quantity sold by series Distribution</a:t>
            </a:r>
          </a:p>
          <a:p>
            <a:pPr>
              <a:buFontTx/>
              <a:buChar char="-"/>
            </a:pPr>
            <a:r>
              <a:rPr lang="en-US" dirty="0"/>
              <a:t>The most sold series is IdeaPad Slim 3 about 42.6% of these series are being sold among the whole series </a:t>
            </a:r>
          </a:p>
          <a:p>
            <a:pPr>
              <a:buFontTx/>
              <a:buChar char="-"/>
            </a:pPr>
            <a:r>
              <a:rPr lang="en-US" dirty="0"/>
              <a:t>The least sold one is LOQ which is about 10.3%</a:t>
            </a:r>
          </a:p>
          <a:p>
            <a:pPr>
              <a:buFontTx/>
              <a:buChar char="-"/>
            </a:pPr>
            <a:r>
              <a:rPr lang="en-US" dirty="0"/>
              <a:t>So, the series is one of the driver of sales.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IN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25098D80-E61C-1FD9-DBEF-A6023B6E47C8}"/>
              </a:ext>
            </a:extLst>
          </p:cNvPr>
          <p:cNvSpPr txBox="1">
            <a:spLocks/>
          </p:cNvSpPr>
          <p:nvPr/>
        </p:nvSpPr>
        <p:spPr>
          <a:xfrm>
            <a:off x="-2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Key Drivers of Sales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50BD3F-A36C-4A53-ED50-3B4841DEB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61" y="1356853"/>
            <a:ext cx="5277587" cy="368134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085883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EC144C-A5CB-EB1B-1B5A-02D71193D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917" y="788020"/>
            <a:ext cx="5042220" cy="5281959"/>
          </a:xfr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>
            <a:normAutofit/>
          </a:bodyPr>
          <a:lstStyle/>
          <a:p>
            <a:pPr marL="186262" indent="0">
              <a:buNone/>
            </a:pPr>
            <a:r>
              <a:rPr lang="en-US" dirty="0"/>
              <a:t>The processor type core i5 is sold the most with 1400 sales In just last month with rating counts having rating as 4.24.</a:t>
            </a:r>
          </a:p>
          <a:p>
            <a:pPr marL="186262" indent="0">
              <a:buNone/>
            </a:pPr>
            <a:r>
              <a:rPr lang="en-US" dirty="0"/>
              <a:t>As per the Rating counts the Processor Type Ryzen 5 rated the most which we can say sold the most in past having ratings of 4.07 which can be improved</a:t>
            </a:r>
          </a:p>
          <a:p>
            <a:pPr marL="186262" indent="0">
              <a:buNone/>
            </a:pPr>
            <a:r>
              <a:rPr lang="en-US" dirty="0"/>
              <a:t>When both metrics are considered together recent sales (Qty Sold Last Month) and historical popularity (Rating Counts) </a:t>
            </a:r>
            <a:br>
              <a:rPr lang="en-US" dirty="0"/>
            </a:br>
            <a:r>
              <a:rPr lang="en-US" dirty="0"/>
              <a:t>a shift in consumer preference is observed.</a:t>
            </a:r>
          </a:p>
          <a:p>
            <a:r>
              <a:rPr lang="en-US" b="1" dirty="0">
                <a:solidFill>
                  <a:srgbClr val="92D050"/>
                </a:solidFill>
              </a:rPr>
              <a:t>Emerging Trend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Consumers are </a:t>
            </a:r>
            <a:r>
              <a:rPr lang="en-US" b="1" dirty="0"/>
              <a:t>gradually moving towards Ryzen 7</a:t>
            </a:r>
            <a:r>
              <a:rPr lang="en-US" dirty="0"/>
              <a:t>, showing </a:t>
            </a:r>
            <a:r>
              <a:rPr lang="en-US" b="1" dirty="0"/>
              <a:t>higher interest compared to Core i5</a:t>
            </a:r>
            <a:r>
              <a:rPr lang="en-US" dirty="0"/>
              <a:t>, which indicates a </a:t>
            </a:r>
            <a:r>
              <a:rPr lang="en-US" b="1" dirty="0"/>
              <a:t>transition toward higher-performance processors</a:t>
            </a:r>
            <a:r>
              <a:rPr lang="en-US" dirty="0"/>
              <a:t>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E8B01FE-1214-09A9-743F-9FDE6931D6CB}"/>
              </a:ext>
            </a:extLst>
          </p:cNvPr>
          <p:cNvSpPr txBox="1">
            <a:spLocks/>
          </p:cNvSpPr>
          <p:nvPr/>
        </p:nvSpPr>
        <p:spPr>
          <a:xfrm>
            <a:off x="-2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Key Drivers of Sales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6C7392-9837-37E4-61F3-AF836F6C4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" y="788020"/>
            <a:ext cx="6646607" cy="5281959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293684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4FF5EE-BBD8-0148-1EDA-D2F686936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6390" y="879980"/>
            <a:ext cx="5660923" cy="4013504"/>
          </a:xfr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en-US" dirty="0"/>
              <a:t>The Processor Brand AMD contributes more in terms of Historical sales with an average rating of 4.06. </a:t>
            </a:r>
          </a:p>
          <a:p>
            <a:r>
              <a:rPr lang="en-US" dirty="0"/>
              <a:t>According to Qty sold last month the Intel sales is higher than AMD which only depicts the consumer behavior shift to a better processor .</a:t>
            </a:r>
          </a:p>
          <a:p>
            <a:r>
              <a:rPr lang="en-US" dirty="0"/>
              <a:t>The Ryzen is doing nothing as only 1 rating counts is there with 5.0 as ratings which does not contributing anything .</a:t>
            </a:r>
          </a:p>
          <a:p>
            <a:r>
              <a:rPr lang="en-US" dirty="0"/>
              <a:t>So, we can conclude the customer are shifting form </a:t>
            </a:r>
            <a:r>
              <a:rPr lang="en-US" dirty="0">
                <a:solidFill>
                  <a:srgbClr val="92D050"/>
                </a:solidFill>
              </a:rPr>
              <a:t>AMD processor brand ---</a:t>
            </a:r>
            <a:r>
              <a:rPr lang="en-US" dirty="0">
                <a:solidFill>
                  <a:srgbClr val="92D050"/>
                </a:solidFill>
                <a:sym typeface="Wingdings" panose="05000000000000000000" pitchFamily="2" charset="2"/>
              </a:rPr>
              <a:t>&gt; Intel Processor Brand</a:t>
            </a:r>
            <a:endParaRPr lang="en-IN" dirty="0">
              <a:solidFill>
                <a:srgbClr val="92D050"/>
              </a:solidFill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30941A6-7E9C-5CE1-2922-EDACBD0EE70F}"/>
              </a:ext>
            </a:extLst>
          </p:cNvPr>
          <p:cNvSpPr txBox="1">
            <a:spLocks/>
          </p:cNvSpPr>
          <p:nvPr/>
        </p:nvSpPr>
        <p:spPr>
          <a:xfrm>
            <a:off x="-2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Key Drivers of Sales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D7472A-E596-D27D-7D98-22CD92D27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4" y="576418"/>
            <a:ext cx="5546214" cy="2968818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3FF54F-2F4A-EE3E-FB3C-8CD639AE0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54" y="3545236"/>
            <a:ext cx="5546214" cy="2696497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535758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8F826F-F752-D22F-8EF9-856E1D574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364" y="4021394"/>
            <a:ext cx="11919319" cy="2260188"/>
          </a:xfr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en-US" dirty="0"/>
              <a:t>The Historical Data Depicts the series Idea Pad contributes the most  then the Idea Pad Slim 3 </a:t>
            </a:r>
          </a:p>
          <a:p>
            <a:r>
              <a:rPr lang="en-US" dirty="0"/>
              <a:t>According to last month Qty sold the Idea Pad Slim 3 contributes the most in sales which shows same a shift of consumer preference from IdeaPad to IdeaPad Slim 3 </a:t>
            </a:r>
          </a:p>
          <a:p>
            <a:r>
              <a:rPr lang="en-US" dirty="0"/>
              <a:t>In case of average rating also the rating of Idea Pad slim 3 ----&gt; 4.34 but in case of Idea Pad it is ----&gt; 3.95.</a:t>
            </a:r>
          </a:p>
          <a:p>
            <a:r>
              <a:rPr lang="en-US" dirty="0">
                <a:solidFill>
                  <a:srgbClr val="92D050"/>
                </a:solidFill>
              </a:rPr>
              <a:t>The Ratings also seems less due to quality upgrade that can be a reason of customer to shift to Idea Pad Slim 3 Series 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805385FC-B995-DBA9-1C28-0A9DCAFD850D}"/>
              </a:ext>
            </a:extLst>
          </p:cNvPr>
          <p:cNvSpPr txBox="1">
            <a:spLocks/>
          </p:cNvSpPr>
          <p:nvPr/>
        </p:nvSpPr>
        <p:spPr>
          <a:xfrm>
            <a:off x="-2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Key Drivers of Sales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644766-E274-716D-2420-BC9DB36F4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64" y="576418"/>
            <a:ext cx="5905636" cy="3287659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72F9B9-92D4-CE67-DAC6-17A3E12C5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576418"/>
            <a:ext cx="6013682" cy="32876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618959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658551-ABD0-E122-B28E-DED7B45BF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55226" y="664221"/>
            <a:ext cx="6349485" cy="5530101"/>
          </a:xfrm>
          <a:solidFill>
            <a:schemeClr val="bg1">
              <a:lumMod val="95000"/>
            </a:schemeClr>
          </a:solidFill>
          <a:ln w="12700">
            <a:solidFill>
              <a:schemeClr val="bg2"/>
            </a:solidFill>
          </a:ln>
        </p:spPr>
        <p:txBody>
          <a:bodyPr>
            <a:noAutofit/>
          </a:bodyPr>
          <a:lstStyle/>
          <a:p>
            <a:r>
              <a:rPr lang="en-US" sz="1900" dirty="0"/>
              <a:t>The all analysis which I have done in above pages it only shows the shift in customer preferences .</a:t>
            </a:r>
          </a:p>
          <a:p>
            <a:r>
              <a:rPr lang="en-US" sz="1900" dirty="0"/>
              <a:t>Low price category ranges from </a:t>
            </a:r>
            <a:r>
              <a:rPr lang="en-US" sz="1900" dirty="0">
                <a:solidFill>
                  <a:srgbClr val="FFC000"/>
                </a:solidFill>
              </a:rPr>
              <a:t>30,000 to 40,000 </a:t>
            </a:r>
          </a:p>
          <a:p>
            <a:r>
              <a:rPr lang="en-US" sz="1900" dirty="0"/>
              <a:t>Medium Price Category ranges from </a:t>
            </a:r>
            <a:r>
              <a:rPr lang="en-US" sz="1900" dirty="0">
                <a:solidFill>
                  <a:srgbClr val="FFC000"/>
                </a:solidFill>
              </a:rPr>
              <a:t>40,000 to 60,000</a:t>
            </a:r>
          </a:p>
          <a:p>
            <a:r>
              <a:rPr lang="en-US" sz="1900" dirty="0"/>
              <a:t>High Price Category ranges from </a:t>
            </a:r>
            <a:r>
              <a:rPr lang="en-US" sz="1900" dirty="0">
                <a:solidFill>
                  <a:srgbClr val="FFC000"/>
                </a:solidFill>
              </a:rPr>
              <a:t>60,000 to 90,000</a:t>
            </a:r>
          </a:p>
          <a:p>
            <a:r>
              <a:rPr lang="en-US" sz="1900" dirty="0"/>
              <a:t>Premium Price Category </a:t>
            </a:r>
            <a:r>
              <a:rPr lang="en-US" sz="1900" dirty="0">
                <a:solidFill>
                  <a:srgbClr val="FFC000"/>
                </a:solidFill>
              </a:rPr>
              <a:t>above 90,000</a:t>
            </a:r>
          </a:p>
          <a:p>
            <a:r>
              <a:rPr lang="en-IN" sz="1900" dirty="0"/>
              <a:t>This chart clearly depicts that Medium Price category contributes the more compared to Low Price Category .</a:t>
            </a:r>
          </a:p>
          <a:p>
            <a:r>
              <a:rPr lang="en-IN" sz="1900" dirty="0"/>
              <a:t>As we already seen that there is very low correlation between price and qty sold the customer are not getting much influenced by prices .</a:t>
            </a:r>
          </a:p>
          <a:p>
            <a:pPr marL="186262" indent="0">
              <a:buNone/>
            </a:pPr>
            <a:endParaRPr lang="en-IN" sz="1900" dirty="0"/>
          </a:p>
          <a:p>
            <a:pPr marL="186262" indent="0">
              <a:buNone/>
            </a:pPr>
            <a:r>
              <a:rPr lang="en-IN" sz="1900" dirty="0">
                <a:solidFill>
                  <a:srgbClr val="92D050"/>
                </a:solidFill>
              </a:rPr>
              <a:t>This shift in customer preference is only because of customer not minding much in investing in medium price category as they are getting better feature compare to Low price Category</a:t>
            </a:r>
            <a:r>
              <a:rPr lang="en-IN" sz="19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6C90D7-F779-3AA4-CC3A-F3B455495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89" y="1155836"/>
            <a:ext cx="4884480" cy="3955636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36AD52D3-AB3C-FBC7-A926-4EEDBC994B56}"/>
              </a:ext>
            </a:extLst>
          </p:cNvPr>
          <p:cNvSpPr txBox="1">
            <a:spLocks/>
          </p:cNvSpPr>
          <p:nvPr/>
        </p:nvSpPr>
        <p:spPr>
          <a:xfrm>
            <a:off x="-2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Price Distribution Based on Qty Sold Last Month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664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BCDE8CC5-0F07-B0E3-E808-2DF1B601B0EC}"/>
              </a:ext>
            </a:extLst>
          </p:cNvPr>
          <p:cNvSpPr txBox="1">
            <a:spLocks/>
          </p:cNvSpPr>
          <p:nvPr/>
        </p:nvSpPr>
        <p:spPr>
          <a:xfrm>
            <a:off x="-2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Early Products Warning for Future Demand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CF2374-7AB9-63A9-86AB-3E01B9EDA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653051"/>
              </p:ext>
            </p:extLst>
          </p:nvPr>
        </p:nvGraphicFramePr>
        <p:xfrm>
          <a:off x="353961" y="719666"/>
          <a:ext cx="11641395" cy="394082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10349">
                  <a:extLst>
                    <a:ext uri="{9D8B030D-6E8A-4147-A177-3AD203B41FA5}">
                      <a16:colId xmlns:a16="http://schemas.microsoft.com/office/drawing/2014/main" val="1993871755"/>
                    </a:ext>
                  </a:extLst>
                </a:gridCol>
                <a:gridCol w="2234397">
                  <a:extLst>
                    <a:ext uri="{9D8B030D-6E8A-4147-A177-3AD203B41FA5}">
                      <a16:colId xmlns:a16="http://schemas.microsoft.com/office/drawing/2014/main" val="103734907"/>
                    </a:ext>
                  </a:extLst>
                </a:gridCol>
                <a:gridCol w="3586300">
                  <a:extLst>
                    <a:ext uri="{9D8B030D-6E8A-4147-A177-3AD203B41FA5}">
                      <a16:colId xmlns:a16="http://schemas.microsoft.com/office/drawing/2014/main" val="1278097709"/>
                    </a:ext>
                  </a:extLst>
                </a:gridCol>
                <a:gridCol w="2910349">
                  <a:extLst>
                    <a:ext uri="{9D8B030D-6E8A-4147-A177-3AD203B41FA5}">
                      <a16:colId xmlns:a16="http://schemas.microsoft.com/office/drawing/2014/main" val="1865295253"/>
                    </a:ext>
                  </a:extLst>
                </a:gridCol>
              </a:tblGrid>
              <a:tr h="4580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b="1" dirty="0">
                          <a:effectLst/>
                        </a:rPr>
                        <a:t>Titles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 dirty="0">
                          <a:effectLst/>
                        </a:rPr>
                        <a:t>Average ratings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 dirty="0">
                          <a:effectLst/>
                        </a:rPr>
                        <a:t>Total Ratings 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 dirty="0">
                          <a:effectLst/>
                        </a:rPr>
                        <a:t>Total Qty Sold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1177433"/>
                  </a:ext>
                </a:extLst>
              </a:tr>
              <a:tr h="8093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Lenovo | IdeaPad Slim 5|16IMH9|Core i5|16|1 TB|SSD16 Inches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dirty="0">
                          <a:effectLst/>
                        </a:rPr>
                        <a:t>3.3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dirty="0">
                          <a:effectLst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997430"/>
                  </a:ext>
                </a:extLst>
              </a:tr>
              <a:tr h="7797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Lenovo | </a:t>
                      </a:r>
                      <a:r>
                        <a:rPr lang="en-IN" sz="1200" b="1" dirty="0" err="1">
                          <a:effectLst/>
                        </a:rPr>
                        <a:t>ThinkBook</a:t>
                      </a:r>
                      <a:r>
                        <a:rPr lang="en-IN" sz="1200" b="1" dirty="0">
                          <a:effectLst/>
                        </a:rPr>
                        <a:t> 16|21MWA0AUIN|Ryzen 7||512 GB|SSD16 Inches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3.6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dirty="0">
                          <a:effectLst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5623644"/>
                  </a:ext>
                </a:extLst>
              </a:tr>
              <a:tr h="5569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Lenovo|LOQ|15IRX9|Intel Core i7||512 GB|SSD15.6 Inches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3.6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dirty="0">
                          <a:effectLst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936067"/>
                  </a:ext>
                </a:extLst>
              </a:tr>
              <a:tr h="5569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Lenovo|LOQ|15IAX9|Core i5-12450HX||512 GB|SSD15.6 Inches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3.7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115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dirty="0">
                          <a:effectLst/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3395429"/>
                  </a:ext>
                </a:extLst>
              </a:tr>
              <a:tr h="7797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dirty="0">
                          <a:effectLst/>
                        </a:rPr>
                        <a:t>Lenovo|Lenovo V14|83A0A0PBIN|Core i3||512 GB|SSD14 Inches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dirty="0">
                          <a:effectLst/>
                        </a:rPr>
                        <a:t>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dirty="0">
                          <a:effectLst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440268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C437DC7-D01D-CF50-CF82-F12D188845BF}"/>
              </a:ext>
            </a:extLst>
          </p:cNvPr>
          <p:cNvSpPr txBox="1"/>
          <p:nvPr/>
        </p:nvSpPr>
        <p:spPr>
          <a:xfrm>
            <a:off x="353961" y="4852148"/>
            <a:ext cx="11641395" cy="12861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These are the Top 5 Products of Lenovo which are at high risk of not being continued in future.</a:t>
            </a:r>
          </a:p>
          <a:p>
            <a:pPr marL="186262">
              <a:lnSpc>
                <a:spcPct val="90000"/>
              </a:lnSpc>
              <a:spcBef>
                <a:spcPts val="1067"/>
              </a:spcBef>
              <a:buClr>
                <a:schemeClr val="dk1"/>
              </a:buClr>
              <a:buSzPts val="1400"/>
            </a:pP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reason behind they can be discontinued is that Average ratings of these products are low but the quantity sold </a:t>
            </a: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last month is high which only indicate that customer are not liking the quality and this can be a reason behind product of discontinuation.</a:t>
            </a:r>
          </a:p>
        </p:txBody>
      </p:sp>
    </p:spTree>
    <p:extLst>
      <p:ext uri="{BB962C8B-B14F-4D97-AF65-F5344CB8AC3E}">
        <p14:creationId xmlns:p14="http://schemas.microsoft.com/office/powerpoint/2010/main" val="1870381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DFC144-886B-4083-1056-430F4F7ED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589" y="4621882"/>
            <a:ext cx="11641395" cy="1551539"/>
          </a:xfr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/>
          <a:lstStyle/>
          <a:p>
            <a:pPr marL="186262" indent="0">
              <a:buNone/>
            </a:pPr>
            <a:r>
              <a:rPr lang="en-US" dirty="0">
                <a:solidFill>
                  <a:srgbClr val="92D050"/>
                </a:solidFill>
              </a:rPr>
              <a:t>These are the top 5 products which can be consider as golden products.</a:t>
            </a:r>
          </a:p>
          <a:p>
            <a:pPr marL="186262" indent="0">
              <a:buNone/>
            </a:pPr>
            <a:r>
              <a:rPr lang="en-US" dirty="0"/>
              <a:t>The reason behind these products can be considered as golden products as the average ratings as well as total ratings count is high but the Total qty sold is low . But there is a golden opportunity behind these products can be consider as  profit making products .  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DA052EA-C98E-EACF-E3BF-AD54E9C422E8}"/>
              </a:ext>
            </a:extLst>
          </p:cNvPr>
          <p:cNvSpPr txBox="1">
            <a:spLocks/>
          </p:cNvSpPr>
          <p:nvPr/>
        </p:nvSpPr>
        <p:spPr>
          <a:xfrm>
            <a:off x="-2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Golden Products chances of  Future Demand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13ED7C-8358-B338-5276-253BA922D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802099"/>
              </p:ext>
            </p:extLst>
          </p:nvPr>
        </p:nvGraphicFramePr>
        <p:xfrm>
          <a:off x="126589" y="795717"/>
          <a:ext cx="11641395" cy="365829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10349">
                  <a:extLst>
                    <a:ext uri="{9D8B030D-6E8A-4147-A177-3AD203B41FA5}">
                      <a16:colId xmlns:a16="http://schemas.microsoft.com/office/drawing/2014/main" val="1993871755"/>
                    </a:ext>
                  </a:extLst>
                </a:gridCol>
                <a:gridCol w="2234397">
                  <a:extLst>
                    <a:ext uri="{9D8B030D-6E8A-4147-A177-3AD203B41FA5}">
                      <a16:colId xmlns:a16="http://schemas.microsoft.com/office/drawing/2014/main" val="103734907"/>
                    </a:ext>
                  </a:extLst>
                </a:gridCol>
                <a:gridCol w="3586300">
                  <a:extLst>
                    <a:ext uri="{9D8B030D-6E8A-4147-A177-3AD203B41FA5}">
                      <a16:colId xmlns:a16="http://schemas.microsoft.com/office/drawing/2014/main" val="1278097709"/>
                    </a:ext>
                  </a:extLst>
                </a:gridCol>
                <a:gridCol w="2910349">
                  <a:extLst>
                    <a:ext uri="{9D8B030D-6E8A-4147-A177-3AD203B41FA5}">
                      <a16:colId xmlns:a16="http://schemas.microsoft.com/office/drawing/2014/main" val="1865295253"/>
                    </a:ext>
                  </a:extLst>
                </a:gridCol>
              </a:tblGrid>
              <a:tr h="381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b="1" dirty="0">
                          <a:effectLst/>
                        </a:rPr>
                        <a:t>Titles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 dirty="0">
                          <a:effectLst/>
                        </a:rPr>
                        <a:t>Average ratings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 dirty="0">
                          <a:effectLst/>
                        </a:rPr>
                        <a:t>Total Ratings 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 dirty="0">
                          <a:effectLst/>
                        </a:rPr>
                        <a:t>Total Qty Sold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1177433"/>
                  </a:ext>
                </a:extLst>
              </a:tr>
              <a:tr h="741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dirty="0">
                          <a:effectLst/>
                        </a:rPr>
                        <a:t>Lenovo | IdeaPad Slim 3|15IRH10|Core i5||1 TB|SSD39.6 Centimetres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4.4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dirty="0">
                          <a:effectLst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997430"/>
                  </a:ext>
                </a:extLst>
              </a:tr>
              <a:tr h="741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dirty="0">
                          <a:effectLst/>
                        </a:rPr>
                        <a:t>Lenovo | IdeaPad Slim 3|15IAH8|Core i5||512 GB|SSD15.6 Inches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4.4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dirty="0">
                          <a:effectLst/>
                        </a:rPr>
                        <a:t>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5623644"/>
                  </a:ext>
                </a:extLst>
              </a:tr>
              <a:tr h="5255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dirty="0">
                          <a:effectLst/>
                        </a:rPr>
                        <a:t>Lenovo|LOQ|15ARP9|Ryzen 5||512 GB|SSD15.6 Inches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4.2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109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dirty="0">
                          <a:effectLst/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936067"/>
                  </a:ext>
                </a:extLst>
              </a:tr>
              <a:tr h="741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dirty="0">
                          <a:effectLst/>
                        </a:rPr>
                        <a:t>Lenovo | IdeaPad Slim 3|14IRH10|Core i5 Family||512 GB|SSD14 Inches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4.1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1640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dirty="0">
                          <a:effectLst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3395429"/>
                  </a:ext>
                </a:extLst>
              </a:tr>
              <a:tr h="5255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dirty="0">
                          <a:effectLst/>
                        </a:rPr>
                        <a:t>Lenovo | IdeaPad Slim 3|15IRH10|||512 GB|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4.1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410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dirty="0">
                          <a:effectLst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4402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450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11BD599C-5DCC-F3F4-1791-5CEFE1A0DB90}"/>
              </a:ext>
            </a:extLst>
          </p:cNvPr>
          <p:cNvSpPr txBox="1">
            <a:spLocks/>
          </p:cNvSpPr>
          <p:nvPr/>
        </p:nvSpPr>
        <p:spPr>
          <a:xfrm>
            <a:off x="-2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Challenges Faced During Data Collection &amp; Preparation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6180ED4-046C-5ADF-6C36-B71C8A5B84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5227" y="843677"/>
            <a:ext cx="10801546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target website (Amazon)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and non-static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traditional scraping methods ineffective.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Selenium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used to handle dynamic content loading.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website implemented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anti-scraping mechanisms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frequently blocking requests and limiting data extraction.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As a workaround, scraping was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restricted to a maximum of 100 laptops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 run to avoid blocking.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Scraping all products from specific brands (e.g., Lenovo) was challenging due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frequent request throttling and page restrictions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detailed product information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required navigating individual product pages.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Creating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XPath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difficult due to inconsistent page structures.</a:t>
            </a:r>
          </a:p>
        </p:txBody>
      </p:sp>
    </p:spTree>
    <p:extLst>
      <p:ext uri="{BB962C8B-B14F-4D97-AF65-F5344CB8AC3E}">
        <p14:creationId xmlns:p14="http://schemas.microsoft.com/office/powerpoint/2010/main" val="197605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E93242-C98C-9CCF-0CBD-3935FC478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8366" y="863203"/>
            <a:ext cx="10515600" cy="3955636"/>
          </a:xfrm>
        </p:spPr>
        <p:txBody>
          <a:bodyPr/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To handle this,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multiple attributes, keys, and conditional logic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were used to build flexible XPath expressions that worked across different pages.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Product specification tables were extracted as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key-value pairs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, then combined, cleaned, and standardized into a consistent format.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The cleaned and structured data was consolidated into a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single 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DataFrame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, which was then used for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exploratory analysis and visualization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EE20A4B-9E9C-1BF1-6EBA-8BAAF8F65EE9}"/>
              </a:ext>
            </a:extLst>
          </p:cNvPr>
          <p:cNvSpPr txBox="1">
            <a:spLocks/>
          </p:cNvSpPr>
          <p:nvPr/>
        </p:nvSpPr>
        <p:spPr>
          <a:xfrm>
            <a:off x="-2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Challenges Faced During Data Collection &amp; Preparation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090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149A79-8E4F-5467-56CC-4322EDA1E7BE}"/>
              </a:ext>
            </a:extLst>
          </p:cNvPr>
          <p:cNvSpPr txBox="1"/>
          <p:nvPr/>
        </p:nvSpPr>
        <p:spPr>
          <a:xfrm>
            <a:off x="0" y="2321004"/>
            <a:ext cx="12192000" cy="110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88656746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 - 1759468487727</Template>
  <TotalTime>320</TotalTime>
  <Words>1880</Words>
  <Application>Microsoft Office PowerPoint</Application>
  <PresentationFormat>Widescreen</PresentationFormat>
  <Paragraphs>224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Arial</vt:lpstr>
      <vt:lpstr>Arial Black</vt:lpstr>
      <vt:lpstr>Bahnschrift SemiLight</vt:lpstr>
      <vt:lpstr>Calibri</vt:lpstr>
      <vt:lpstr>Eras Demi ITC</vt:lpstr>
      <vt:lpstr>Open Sans</vt:lpstr>
      <vt:lpstr>Plus Jakarta Sans Medium</vt:lpstr>
      <vt:lpstr>Plus Jakarta Sans SemiBold</vt:lpstr>
      <vt:lpstr>PT Sans Narrow</vt:lpstr>
      <vt:lpstr>Raleway</vt:lpstr>
      <vt:lpstr>Wingdings</vt:lpstr>
      <vt:lpstr>Tropic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Harshita Sahu</dc:creator>
  <cp:lastModifiedBy>Harshita Sahu</cp:lastModifiedBy>
  <cp:revision>1</cp:revision>
  <dcterms:created xsi:type="dcterms:W3CDTF">2026-01-20T04:17:16Z</dcterms:created>
  <dcterms:modified xsi:type="dcterms:W3CDTF">2026-01-23T05:36:11Z</dcterms:modified>
</cp:coreProperties>
</file>